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7" r:id="rId2"/>
    <p:sldId id="361" r:id="rId3"/>
    <p:sldId id="362" r:id="rId4"/>
    <p:sldId id="363" r:id="rId5"/>
    <p:sldId id="369" r:id="rId6"/>
    <p:sldId id="367" r:id="rId7"/>
    <p:sldId id="364" r:id="rId8"/>
    <p:sldId id="368" r:id="rId9"/>
    <p:sldId id="371" r:id="rId10"/>
    <p:sldId id="373" r:id="rId11"/>
    <p:sldId id="375" r:id="rId12"/>
    <p:sldId id="379" r:id="rId13"/>
    <p:sldId id="376" r:id="rId14"/>
    <p:sldId id="377" r:id="rId15"/>
    <p:sldId id="380" r:id="rId16"/>
    <p:sldId id="381" r:id="rId17"/>
    <p:sldId id="383" r:id="rId18"/>
    <p:sldId id="384" r:id="rId19"/>
    <p:sldId id="385" r:id="rId20"/>
    <p:sldId id="386" r:id="rId21"/>
    <p:sldId id="387" r:id="rId22"/>
    <p:sldId id="388" r:id="rId23"/>
    <p:sldId id="391" r:id="rId24"/>
    <p:sldId id="392" r:id="rId25"/>
    <p:sldId id="395" r:id="rId26"/>
    <p:sldId id="396" r:id="rId27"/>
    <p:sldId id="397" r:id="rId28"/>
    <p:sldId id="406" r:id="rId29"/>
    <p:sldId id="407" r:id="rId30"/>
    <p:sldId id="408" r:id="rId31"/>
    <p:sldId id="409" r:id="rId32"/>
    <p:sldId id="410" r:id="rId33"/>
    <p:sldId id="411" r:id="rId34"/>
    <p:sldId id="398" r:id="rId35"/>
    <p:sldId id="399" r:id="rId36"/>
    <p:sldId id="401" r:id="rId37"/>
    <p:sldId id="403" r:id="rId38"/>
    <p:sldId id="438" r:id="rId39"/>
    <p:sldId id="405" r:id="rId40"/>
    <p:sldId id="402" r:id="rId41"/>
    <p:sldId id="404" r:id="rId42"/>
    <p:sldId id="414" r:id="rId43"/>
    <p:sldId id="415" r:id="rId44"/>
    <p:sldId id="417" r:id="rId45"/>
    <p:sldId id="420" r:id="rId46"/>
    <p:sldId id="421" r:id="rId47"/>
    <p:sldId id="424" r:id="rId48"/>
    <p:sldId id="425" r:id="rId49"/>
    <p:sldId id="427" r:id="rId50"/>
    <p:sldId id="429" r:id="rId51"/>
    <p:sldId id="430" r:id="rId52"/>
    <p:sldId id="431" r:id="rId53"/>
    <p:sldId id="434" r:id="rId54"/>
    <p:sldId id="437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9428" autoAdjust="0"/>
  </p:normalViewPr>
  <p:slideViewPr>
    <p:cSldViewPr snapToGrid="0">
      <p:cViewPr varScale="1">
        <p:scale>
          <a:sx n="56" d="100"/>
          <a:sy n="56" d="100"/>
        </p:scale>
        <p:origin x="9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a Belguith" userId="edaa0afb-4621-4165-af1d-05ed505f7999" providerId="ADAL" clId="{9343DA3B-195E-40B5-BC4F-491C664199CA}"/>
    <pc:docChg chg="delSld">
      <pc:chgData name="Sana Belguith" userId="edaa0afb-4621-4165-af1d-05ed505f7999" providerId="ADAL" clId="{9343DA3B-195E-40B5-BC4F-491C664199CA}" dt="2023-04-25T10:49:05.850" v="1" actId="47"/>
      <pc:docMkLst>
        <pc:docMk/>
      </pc:docMkLst>
      <pc:sldChg chg="del">
        <pc:chgData name="Sana Belguith" userId="edaa0afb-4621-4165-af1d-05ed505f7999" providerId="ADAL" clId="{9343DA3B-195E-40B5-BC4F-491C664199CA}" dt="2023-04-25T10:49:05.742" v="0" actId="47"/>
        <pc:sldMkLst>
          <pc:docMk/>
          <pc:sldMk cId="3537089380" sldId="435"/>
        </pc:sldMkLst>
      </pc:sldChg>
      <pc:sldChg chg="del">
        <pc:chgData name="Sana Belguith" userId="edaa0afb-4621-4165-af1d-05ed505f7999" providerId="ADAL" clId="{9343DA3B-195E-40B5-BC4F-491C664199CA}" dt="2023-04-25T10:49:05.850" v="1" actId="47"/>
        <pc:sldMkLst>
          <pc:docMk/>
          <pc:sldMk cId="1658730728" sldId="436"/>
        </pc:sldMkLst>
      </pc:sldChg>
    </pc:docChg>
  </pc:docChgLst>
  <pc:docChgLst>
    <pc:chgData name="Sana Belguith" userId="edaa0afb-4621-4165-af1d-05ed505f7999" providerId="ADAL" clId="{06919C33-FD09-4C75-9807-013446205127}"/>
    <pc:docChg chg="undo redo custSel addSld delSld modSld sldOrd">
      <pc:chgData name="Sana Belguith" userId="edaa0afb-4621-4165-af1d-05ed505f7999" providerId="ADAL" clId="{06919C33-FD09-4C75-9807-013446205127}" dt="2022-10-27T13:45:23.973" v="3635" actId="20577"/>
      <pc:docMkLst>
        <pc:docMk/>
      </pc:docMkLst>
      <pc:sldChg chg="addSp delSp modSp add mod">
        <pc:chgData name="Sana Belguith" userId="edaa0afb-4621-4165-af1d-05ed505f7999" providerId="ADAL" clId="{06919C33-FD09-4C75-9807-013446205127}" dt="2022-10-24T11:47:51.336" v="29" actId="1076"/>
        <pc:sldMkLst>
          <pc:docMk/>
          <pc:sldMk cId="3038245579" sldId="257"/>
        </pc:sldMkLst>
      </pc:sldChg>
      <pc:sldChg chg="del">
        <pc:chgData name="Sana Belguith" userId="edaa0afb-4621-4165-af1d-05ed505f7999" providerId="ADAL" clId="{06919C33-FD09-4C75-9807-013446205127}" dt="2022-10-24T11:48:08.898" v="31" actId="47"/>
        <pc:sldMkLst>
          <pc:docMk/>
          <pc:sldMk cId="4258774056" sldId="430"/>
        </pc:sldMkLst>
      </pc:sldChg>
      <pc:sldChg chg="del">
        <pc:chgData name="Sana Belguith" userId="edaa0afb-4621-4165-af1d-05ed505f7999" providerId="ADAL" clId="{06919C33-FD09-4C75-9807-013446205127}" dt="2022-10-24T11:47:59.996" v="30" actId="47"/>
        <pc:sldMkLst>
          <pc:docMk/>
          <pc:sldMk cId="1945734920" sldId="433"/>
        </pc:sldMkLst>
      </pc:sldChg>
      <pc:sldChg chg="modSp mod">
        <pc:chgData name="Sana Belguith" userId="edaa0afb-4621-4165-af1d-05ed505f7999" providerId="ADAL" clId="{06919C33-FD09-4C75-9807-013446205127}" dt="2022-10-25T15:17:47.899" v="470" actId="27636"/>
        <pc:sldMkLst>
          <pc:docMk/>
          <pc:sldMk cId="1838873178" sldId="436"/>
        </pc:sldMkLst>
      </pc:sldChg>
      <pc:sldChg chg="addSp delSp modSp del mod">
        <pc:chgData name="Sana Belguith" userId="edaa0afb-4621-4165-af1d-05ed505f7999" providerId="ADAL" clId="{06919C33-FD09-4C75-9807-013446205127}" dt="2022-10-24T11:47:21.224" v="2" actId="47"/>
        <pc:sldMkLst>
          <pc:docMk/>
          <pc:sldMk cId="1105306674" sldId="446"/>
        </pc:sldMkLst>
      </pc:sldChg>
      <pc:sldChg chg="modSp mod modNotesTx">
        <pc:chgData name="Sana Belguith" userId="edaa0afb-4621-4165-af1d-05ed505f7999" providerId="ADAL" clId="{06919C33-FD09-4C75-9807-013446205127}" dt="2022-10-25T15:18:20.705" v="473" actId="2711"/>
        <pc:sldMkLst>
          <pc:docMk/>
          <pc:sldMk cId="896114321" sldId="448"/>
        </pc:sldMkLst>
      </pc:sldChg>
      <pc:sldChg chg="modSp mod">
        <pc:chgData name="Sana Belguith" userId="edaa0afb-4621-4165-af1d-05ed505f7999" providerId="ADAL" clId="{06919C33-FD09-4C75-9807-013446205127}" dt="2022-10-25T15:16:42.476" v="452" actId="2711"/>
        <pc:sldMkLst>
          <pc:docMk/>
          <pc:sldMk cId="600677380" sldId="476"/>
        </pc:sldMkLst>
      </pc:sldChg>
      <pc:sldChg chg="modSp mod ord">
        <pc:chgData name="Sana Belguith" userId="edaa0afb-4621-4165-af1d-05ed505f7999" providerId="ADAL" clId="{06919C33-FD09-4C75-9807-013446205127}" dt="2022-10-26T11:59:35.294" v="1111"/>
        <pc:sldMkLst>
          <pc:docMk/>
          <pc:sldMk cId="1519712589" sldId="479"/>
        </pc:sldMkLst>
      </pc:sldChg>
      <pc:sldChg chg="modSp mod">
        <pc:chgData name="Sana Belguith" userId="edaa0afb-4621-4165-af1d-05ed505f7999" providerId="ADAL" clId="{06919C33-FD09-4C75-9807-013446205127}" dt="2022-10-25T15:22:39.735" v="552" actId="2711"/>
        <pc:sldMkLst>
          <pc:docMk/>
          <pc:sldMk cId="2874797485" sldId="480"/>
        </pc:sldMkLst>
      </pc:sldChg>
      <pc:sldChg chg="del">
        <pc:chgData name="Sana Belguith" userId="edaa0afb-4621-4165-af1d-05ed505f7999" providerId="ADAL" clId="{06919C33-FD09-4C75-9807-013446205127}" dt="2022-10-24T11:48:25.990" v="32" actId="47"/>
        <pc:sldMkLst>
          <pc:docMk/>
          <pc:sldMk cId="2507602866" sldId="485"/>
        </pc:sldMkLst>
      </pc:sldChg>
      <pc:sldChg chg="modSp mod">
        <pc:chgData name="Sana Belguith" userId="edaa0afb-4621-4165-af1d-05ed505f7999" providerId="ADAL" clId="{06919C33-FD09-4C75-9807-013446205127}" dt="2022-10-26T15:26:45.231" v="3522" actId="113"/>
        <pc:sldMkLst>
          <pc:docMk/>
          <pc:sldMk cId="1672020598" sldId="797"/>
        </pc:sldMkLst>
      </pc:sldChg>
      <pc:sldChg chg="addSp delSp modSp new mod ord chgLayout">
        <pc:chgData name="Sana Belguith" userId="edaa0afb-4621-4165-af1d-05ed505f7999" providerId="ADAL" clId="{06919C33-FD09-4C75-9807-013446205127}" dt="2022-10-26T14:30:37.796" v="2631" actId="5793"/>
        <pc:sldMkLst>
          <pc:docMk/>
          <pc:sldMk cId="905303464" sldId="798"/>
        </pc:sldMkLst>
      </pc:sldChg>
      <pc:sldChg chg="modSp new mod">
        <pc:chgData name="Sana Belguith" userId="edaa0afb-4621-4165-af1d-05ed505f7999" providerId="ADAL" clId="{06919C33-FD09-4C75-9807-013446205127}" dt="2022-10-26T11:21:19.560" v="862" actId="404"/>
        <pc:sldMkLst>
          <pc:docMk/>
          <pc:sldMk cId="3522719768" sldId="799"/>
        </pc:sldMkLst>
      </pc:sldChg>
      <pc:sldChg chg="addSp modSp new mod modAnim">
        <pc:chgData name="Sana Belguith" userId="edaa0afb-4621-4165-af1d-05ed505f7999" providerId="ADAL" clId="{06919C33-FD09-4C75-9807-013446205127}" dt="2022-10-27T13:16:37.940" v="3626" actId="20577"/>
        <pc:sldMkLst>
          <pc:docMk/>
          <pc:sldMk cId="2594508609" sldId="800"/>
        </pc:sldMkLst>
      </pc:sldChg>
      <pc:sldChg chg="addSp modSp new mod ord modAnim">
        <pc:chgData name="Sana Belguith" userId="edaa0afb-4621-4165-af1d-05ed505f7999" providerId="ADAL" clId="{06919C33-FD09-4C75-9807-013446205127}" dt="2022-10-26T11:21:25.589" v="864" actId="1076"/>
        <pc:sldMkLst>
          <pc:docMk/>
          <pc:sldMk cId="424211009" sldId="801"/>
        </pc:sldMkLst>
      </pc:sldChg>
      <pc:sldChg chg="modSp new add del mod ord">
        <pc:chgData name="Sana Belguith" userId="edaa0afb-4621-4165-af1d-05ed505f7999" providerId="ADAL" clId="{06919C33-FD09-4C75-9807-013446205127}" dt="2022-10-26T11:42:52.489" v="895" actId="403"/>
        <pc:sldMkLst>
          <pc:docMk/>
          <pc:sldMk cId="1714808608" sldId="802"/>
        </pc:sldMkLst>
      </pc:sldChg>
      <pc:sldChg chg="modSp new del mod">
        <pc:chgData name="Sana Belguith" userId="edaa0afb-4621-4165-af1d-05ed505f7999" providerId="ADAL" clId="{06919C33-FD09-4C75-9807-013446205127}" dt="2022-10-26T14:58:04.721" v="3195" actId="47"/>
        <pc:sldMkLst>
          <pc:docMk/>
          <pc:sldMk cId="1705336307" sldId="803"/>
        </pc:sldMkLst>
      </pc:sldChg>
      <pc:sldChg chg="addSp modSp new del mod">
        <pc:chgData name="Sana Belguith" userId="edaa0afb-4621-4165-af1d-05ed505f7999" providerId="ADAL" clId="{06919C33-FD09-4C75-9807-013446205127}" dt="2022-10-26T14:58:04.721" v="3195" actId="47"/>
        <pc:sldMkLst>
          <pc:docMk/>
          <pc:sldMk cId="2355208625" sldId="804"/>
        </pc:sldMkLst>
      </pc:sldChg>
      <pc:sldChg chg="modSp new mod ord">
        <pc:chgData name="Sana Belguith" userId="edaa0afb-4621-4165-af1d-05ed505f7999" providerId="ADAL" clId="{06919C33-FD09-4C75-9807-013446205127}" dt="2022-10-26T14:54:16.739" v="3084" actId="2711"/>
        <pc:sldMkLst>
          <pc:docMk/>
          <pc:sldMk cId="729257781" sldId="805"/>
        </pc:sldMkLst>
      </pc:sldChg>
      <pc:sldChg chg="modSp new mod ord">
        <pc:chgData name="Sana Belguith" userId="edaa0afb-4621-4165-af1d-05ed505f7999" providerId="ADAL" clId="{06919C33-FD09-4C75-9807-013446205127}" dt="2022-10-26T14:57:42.791" v="3193" actId="20577"/>
        <pc:sldMkLst>
          <pc:docMk/>
          <pc:sldMk cId="2740352987" sldId="806"/>
        </pc:sldMkLst>
      </pc:sldChg>
      <pc:sldChg chg="modSp new mod">
        <pc:chgData name="Sana Belguith" userId="edaa0afb-4621-4165-af1d-05ed505f7999" providerId="ADAL" clId="{06919C33-FD09-4C75-9807-013446205127}" dt="2022-10-25T15:17:53.840" v="471" actId="108"/>
        <pc:sldMkLst>
          <pc:docMk/>
          <pc:sldMk cId="3126616692" sldId="807"/>
        </pc:sldMkLst>
      </pc:sldChg>
      <pc:sldChg chg="addSp modSp new mod modAnim">
        <pc:chgData name="Sana Belguith" userId="edaa0afb-4621-4165-af1d-05ed505f7999" providerId="ADAL" clId="{06919C33-FD09-4C75-9807-013446205127}" dt="2022-10-26T15:00:33.242" v="3225"/>
        <pc:sldMkLst>
          <pc:docMk/>
          <pc:sldMk cId="3924706928" sldId="808"/>
        </pc:sldMkLst>
      </pc:sldChg>
      <pc:sldChg chg="modSp new mod">
        <pc:chgData name="Sana Belguith" userId="edaa0afb-4621-4165-af1d-05ed505f7999" providerId="ADAL" clId="{06919C33-FD09-4C75-9807-013446205127}" dt="2022-10-26T14:04:24.692" v="2577"/>
        <pc:sldMkLst>
          <pc:docMk/>
          <pc:sldMk cId="1943685686" sldId="809"/>
        </pc:sldMkLst>
      </pc:sldChg>
      <pc:sldChg chg="addSp modSp new del mod">
        <pc:chgData name="Sana Belguith" userId="edaa0afb-4621-4165-af1d-05ed505f7999" providerId="ADAL" clId="{06919C33-FD09-4C75-9807-013446205127}" dt="2022-10-26T14:06:13.848" v="2611" actId="47"/>
        <pc:sldMkLst>
          <pc:docMk/>
          <pc:sldMk cId="3444304479" sldId="810"/>
        </pc:sldMkLst>
      </pc:sldChg>
      <pc:sldChg chg="new del">
        <pc:chgData name="Sana Belguith" userId="edaa0afb-4621-4165-af1d-05ed505f7999" providerId="ADAL" clId="{06919C33-FD09-4C75-9807-013446205127}" dt="2022-10-25T13:03:29.135" v="400" actId="47"/>
        <pc:sldMkLst>
          <pc:docMk/>
          <pc:sldMk cId="2117270035" sldId="811"/>
        </pc:sldMkLst>
      </pc:sldChg>
      <pc:sldChg chg="modSp new del mod ord">
        <pc:chgData name="Sana Belguith" userId="edaa0afb-4621-4165-af1d-05ed505f7999" providerId="ADAL" clId="{06919C33-FD09-4C75-9807-013446205127}" dt="2022-10-26T11:20:41.286" v="855" actId="47"/>
        <pc:sldMkLst>
          <pc:docMk/>
          <pc:sldMk cId="1933025833" sldId="812"/>
        </pc:sldMkLst>
      </pc:sldChg>
      <pc:sldChg chg="modSp new mod">
        <pc:chgData name="Sana Belguith" userId="edaa0afb-4621-4165-af1d-05ed505f7999" providerId="ADAL" clId="{06919C33-FD09-4C75-9807-013446205127}" dt="2022-10-26T13:55:58.503" v="2449" actId="20577"/>
        <pc:sldMkLst>
          <pc:docMk/>
          <pc:sldMk cId="327538580" sldId="813"/>
        </pc:sldMkLst>
      </pc:sldChg>
      <pc:sldChg chg="modSp new mod">
        <pc:chgData name="Sana Belguith" userId="edaa0afb-4621-4165-af1d-05ed505f7999" providerId="ADAL" clId="{06919C33-FD09-4C75-9807-013446205127}" dt="2022-10-26T14:06:53.213" v="2626" actId="20577"/>
        <pc:sldMkLst>
          <pc:docMk/>
          <pc:sldMk cId="1792218591" sldId="814"/>
        </pc:sldMkLst>
      </pc:sldChg>
      <pc:sldChg chg="new del">
        <pc:chgData name="Sana Belguith" userId="edaa0afb-4621-4165-af1d-05ed505f7999" providerId="ADAL" clId="{06919C33-FD09-4C75-9807-013446205127}" dt="2022-10-25T13:03:29.135" v="400" actId="47"/>
        <pc:sldMkLst>
          <pc:docMk/>
          <pc:sldMk cId="700395287" sldId="815"/>
        </pc:sldMkLst>
      </pc:sldChg>
      <pc:sldChg chg="addSp delSp modSp new mod ord">
        <pc:chgData name="Sana Belguith" userId="edaa0afb-4621-4165-af1d-05ed505f7999" providerId="ADAL" clId="{06919C33-FD09-4C75-9807-013446205127}" dt="2022-10-27T11:22:23.314" v="3603"/>
        <pc:sldMkLst>
          <pc:docMk/>
          <pc:sldMk cId="1402090319" sldId="816"/>
        </pc:sldMkLst>
      </pc:sldChg>
      <pc:sldChg chg="modSp new del mod ord">
        <pc:chgData name="Sana Belguith" userId="edaa0afb-4621-4165-af1d-05ed505f7999" providerId="ADAL" clId="{06919C33-FD09-4C75-9807-013446205127}" dt="2022-10-26T14:50:46.566" v="3055" actId="47"/>
        <pc:sldMkLst>
          <pc:docMk/>
          <pc:sldMk cId="229354131" sldId="817"/>
        </pc:sldMkLst>
      </pc:sldChg>
      <pc:sldChg chg="modSp new mod">
        <pc:chgData name="Sana Belguith" userId="edaa0afb-4621-4165-af1d-05ed505f7999" providerId="ADAL" clId="{06919C33-FD09-4C75-9807-013446205127}" dt="2022-10-27T13:28:33.824" v="3627" actId="20577"/>
        <pc:sldMkLst>
          <pc:docMk/>
          <pc:sldMk cId="3171944744" sldId="818"/>
        </pc:sldMkLst>
      </pc:sldChg>
      <pc:sldChg chg="addSp modSp new mod ord">
        <pc:chgData name="Sana Belguith" userId="edaa0afb-4621-4165-af1d-05ed505f7999" providerId="ADAL" clId="{06919C33-FD09-4C75-9807-013446205127}" dt="2022-10-26T14:54:50.978" v="3085" actId="6549"/>
        <pc:sldMkLst>
          <pc:docMk/>
          <pc:sldMk cId="895508821" sldId="819"/>
        </pc:sldMkLst>
      </pc:sldChg>
      <pc:sldChg chg="addSp delSp modSp new mod ord">
        <pc:chgData name="Sana Belguith" userId="edaa0afb-4621-4165-af1d-05ed505f7999" providerId="ADAL" clId="{06919C33-FD09-4C75-9807-013446205127}" dt="2022-10-26T14:40:53.711" v="2833" actId="14100"/>
        <pc:sldMkLst>
          <pc:docMk/>
          <pc:sldMk cId="1941979563" sldId="820"/>
        </pc:sldMkLst>
      </pc:sldChg>
      <pc:sldChg chg="addSp delSp modSp new mod ord">
        <pc:chgData name="Sana Belguith" userId="edaa0afb-4621-4165-af1d-05ed505f7999" providerId="ADAL" clId="{06919C33-FD09-4C75-9807-013446205127}" dt="2022-10-26T14:44:56.999" v="2960" actId="1076"/>
        <pc:sldMkLst>
          <pc:docMk/>
          <pc:sldMk cId="1907418861" sldId="821"/>
        </pc:sldMkLst>
      </pc:sldChg>
      <pc:sldChg chg="modSp new del mod">
        <pc:chgData name="Sana Belguith" userId="edaa0afb-4621-4165-af1d-05ed505f7999" providerId="ADAL" clId="{06919C33-FD09-4C75-9807-013446205127}" dt="2022-10-26T14:50:46.566" v="3055" actId="47"/>
        <pc:sldMkLst>
          <pc:docMk/>
          <pc:sldMk cId="2161273237" sldId="822"/>
        </pc:sldMkLst>
      </pc:sldChg>
      <pc:sldChg chg="addSp modSp new mod ord">
        <pc:chgData name="Sana Belguith" userId="edaa0afb-4621-4165-af1d-05ed505f7999" providerId="ADAL" clId="{06919C33-FD09-4C75-9807-013446205127}" dt="2022-10-26T14:50:02.320" v="3054" actId="20577"/>
        <pc:sldMkLst>
          <pc:docMk/>
          <pc:sldMk cId="69291357" sldId="823"/>
        </pc:sldMkLst>
      </pc:sldChg>
      <pc:sldChg chg="modSp new mod">
        <pc:chgData name="Sana Belguith" userId="edaa0afb-4621-4165-af1d-05ed505f7999" providerId="ADAL" clId="{06919C33-FD09-4C75-9807-013446205127}" dt="2022-10-26T15:26:59.461" v="3523" actId="20577"/>
        <pc:sldMkLst>
          <pc:docMk/>
          <pc:sldMk cId="1460595892" sldId="824"/>
        </pc:sldMkLst>
      </pc:sldChg>
      <pc:sldChg chg="modSp new mod">
        <pc:chgData name="Sana Belguith" userId="edaa0afb-4621-4165-af1d-05ed505f7999" providerId="ADAL" clId="{06919C33-FD09-4C75-9807-013446205127}" dt="2022-10-26T15:06:28.169" v="3347"/>
        <pc:sldMkLst>
          <pc:docMk/>
          <pc:sldMk cId="765026997" sldId="825"/>
        </pc:sldMkLst>
      </pc:sldChg>
      <pc:sldChg chg="modSp new mod">
        <pc:chgData name="Sana Belguith" userId="edaa0afb-4621-4165-af1d-05ed505f7999" providerId="ADAL" clId="{06919C33-FD09-4C75-9807-013446205127}" dt="2022-10-27T13:39:54.891" v="3628" actId="5793"/>
        <pc:sldMkLst>
          <pc:docMk/>
          <pc:sldMk cId="1724159026" sldId="826"/>
        </pc:sldMkLst>
      </pc:sldChg>
      <pc:sldChg chg="modSp new mod">
        <pc:chgData name="Sana Belguith" userId="edaa0afb-4621-4165-af1d-05ed505f7999" providerId="ADAL" clId="{06919C33-FD09-4C75-9807-013446205127}" dt="2022-10-26T15:07:00.646" v="3367" actId="20577"/>
        <pc:sldMkLst>
          <pc:docMk/>
          <pc:sldMk cId="2657274983" sldId="827"/>
        </pc:sldMkLst>
      </pc:sldChg>
      <pc:sldChg chg="modSp new del mod">
        <pc:chgData name="Sana Belguith" userId="edaa0afb-4621-4165-af1d-05ed505f7999" providerId="ADAL" clId="{06919C33-FD09-4C75-9807-013446205127}" dt="2022-10-27T13:44:10.342" v="3633" actId="47"/>
        <pc:sldMkLst>
          <pc:docMk/>
          <pc:sldMk cId="3227726747" sldId="828"/>
        </pc:sldMkLst>
      </pc:sldChg>
      <pc:sldChg chg="modSp new mod">
        <pc:chgData name="Sana Belguith" userId="edaa0afb-4621-4165-af1d-05ed505f7999" providerId="ADAL" clId="{06919C33-FD09-4C75-9807-013446205127}" dt="2022-10-26T15:24:44.676" v="3493" actId="108"/>
        <pc:sldMkLst>
          <pc:docMk/>
          <pc:sldMk cId="919585205" sldId="829"/>
        </pc:sldMkLst>
      </pc:sldChg>
      <pc:sldChg chg="modSp new del mod">
        <pc:chgData name="Sana Belguith" userId="edaa0afb-4621-4165-af1d-05ed505f7999" providerId="ADAL" clId="{06919C33-FD09-4C75-9807-013446205127}" dt="2022-10-26T15:13:35.962" v="3380" actId="47"/>
        <pc:sldMkLst>
          <pc:docMk/>
          <pc:sldMk cId="2343173450" sldId="830"/>
        </pc:sldMkLst>
      </pc:sldChg>
      <pc:sldChg chg="modSp new mod">
        <pc:chgData name="Sana Belguith" userId="edaa0afb-4621-4165-af1d-05ed505f7999" providerId="ADAL" clId="{06919C33-FD09-4C75-9807-013446205127}" dt="2022-10-26T15:25:14.147" v="3498" actId="108"/>
        <pc:sldMkLst>
          <pc:docMk/>
          <pc:sldMk cId="1881144341" sldId="831"/>
        </pc:sldMkLst>
      </pc:sldChg>
      <pc:sldChg chg="modSp new del mod">
        <pc:chgData name="Sana Belguith" userId="edaa0afb-4621-4165-af1d-05ed505f7999" providerId="ADAL" clId="{06919C33-FD09-4C75-9807-013446205127}" dt="2022-10-26T15:22:23.231" v="3435" actId="47"/>
        <pc:sldMkLst>
          <pc:docMk/>
          <pc:sldMk cId="3079151849" sldId="832"/>
        </pc:sldMkLst>
      </pc:sldChg>
      <pc:sldChg chg="addSp delSp modSp new mod ord">
        <pc:chgData name="Sana Belguith" userId="edaa0afb-4621-4165-af1d-05ed505f7999" providerId="ADAL" clId="{06919C33-FD09-4C75-9807-013446205127}" dt="2022-10-27T11:09:07.544" v="3601" actId="20577"/>
        <pc:sldMkLst>
          <pc:docMk/>
          <pc:sldMk cId="476464163" sldId="833"/>
        </pc:sldMkLst>
      </pc:sldChg>
      <pc:sldChg chg="addSp delSp modSp add mod">
        <pc:chgData name="Sana Belguith" userId="edaa0afb-4621-4165-af1d-05ed505f7999" providerId="ADAL" clId="{06919C33-FD09-4C75-9807-013446205127}" dt="2022-10-26T13:47:53.694" v="2184" actId="478"/>
        <pc:sldMkLst>
          <pc:docMk/>
          <pc:sldMk cId="1447406246" sldId="834"/>
        </pc:sldMkLst>
      </pc:sldChg>
      <pc:sldChg chg="addSp delSp modSp new mod modAnim">
        <pc:chgData name="Sana Belguith" userId="edaa0afb-4621-4165-af1d-05ed505f7999" providerId="ADAL" clId="{06919C33-FD09-4C75-9807-013446205127}" dt="2022-10-26T14:30:51.987" v="2633" actId="5793"/>
        <pc:sldMkLst>
          <pc:docMk/>
          <pc:sldMk cId="2733562778" sldId="835"/>
        </pc:sldMkLst>
      </pc:sldChg>
      <pc:sldChg chg="modSp add mod ord">
        <pc:chgData name="Sana Belguith" userId="edaa0afb-4621-4165-af1d-05ed505f7999" providerId="ADAL" clId="{06919C33-FD09-4C75-9807-013446205127}" dt="2022-10-27T11:22:53.577" v="3604" actId="108"/>
        <pc:sldMkLst>
          <pc:docMk/>
          <pc:sldMk cId="874890184" sldId="836"/>
        </pc:sldMkLst>
      </pc:sldChg>
      <pc:sldChg chg="modSp add mod">
        <pc:chgData name="Sana Belguith" userId="edaa0afb-4621-4165-af1d-05ed505f7999" providerId="ADAL" clId="{06919C33-FD09-4C75-9807-013446205127}" dt="2022-10-26T14:31:10.629" v="2634" actId="2711"/>
        <pc:sldMkLst>
          <pc:docMk/>
          <pc:sldMk cId="1709057645" sldId="837"/>
        </pc:sldMkLst>
      </pc:sldChg>
      <pc:sldChg chg="modSp add mod">
        <pc:chgData name="Sana Belguith" userId="edaa0afb-4621-4165-af1d-05ed505f7999" providerId="ADAL" clId="{06919C33-FD09-4C75-9807-013446205127}" dt="2022-10-26T14:06:11.237" v="2610" actId="20577"/>
        <pc:sldMkLst>
          <pc:docMk/>
          <pc:sldMk cId="1443625494" sldId="838"/>
        </pc:sldMkLst>
      </pc:sldChg>
      <pc:sldChg chg="delSp modSp add mod">
        <pc:chgData name="Sana Belguith" userId="edaa0afb-4621-4165-af1d-05ed505f7999" providerId="ADAL" clId="{06919C33-FD09-4C75-9807-013446205127}" dt="2022-10-26T14:57:57.311" v="3194" actId="108"/>
        <pc:sldMkLst>
          <pc:docMk/>
          <pc:sldMk cId="1085959852" sldId="839"/>
        </pc:sldMkLst>
      </pc:sldChg>
      <pc:sldChg chg="delSp add del mod">
        <pc:chgData name="Sana Belguith" userId="edaa0afb-4621-4165-af1d-05ed505f7999" providerId="ADAL" clId="{06919C33-FD09-4C75-9807-013446205127}" dt="2022-10-26T14:52:21.113" v="3060" actId="47"/>
        <pc:sldMkLst>
          <pc:docMk/>
          <pc:sldMk cId="343088343" sldId="840"/>
        </pc:sldMkLst>
      </pc:sldChg>
      <pc:sldChg chg="modSp add mod">
        <pc:chgData name="Sana Belguith" userId="edaa0afb-4621-4165-af1d-05ed505f7999" providerId="ADAL" clId="{06919C33-FD09-4C75-9807-013446205127}" dt="2022-10-27T13:42:07.055" v="3630" actId="20577"/>
        <pc:sldMkLst>
          <pc:docMk/>
          <pc:sldMk cId="543135454" sldId="840"/>
        </pc:sldMkLst>
      </pc:sldChg>
      <pc:sldChg chg="modSp add mod">
        <pc:chgData name="Sana Belguith" userId="edaa0afb-4621-4165-af1d-05ed505f7999" providerId="ADAL" clId="{06919C33-FD09-4C75-9807-013446205127}" dt="2022-10-27T13:45:23.973" v="3635" actId="20577"/>
        <pc:sldMkLst>
          <pc:docMk/>
          <pc:sldMk cId="133803380" sldId="841"/>
        </pc:sldMkLst>
      </pc:sldChg>
      <pc:sldChg chg="addSp delSp modSp new mod chgLayout">
        <pc:chgData name="Sana Belguith" userId="edaa0afb-4621-4165-af1d-05ed505f7999" providerId="ADAL" clId="{06919C33-FD09-4C75-9807-013446205127}" dt="2022-10-26T15:34:45.380" v="3596" actId="5793"/>
        <pc:sldMkLst>
          <pc:docMk/>
          <pc:sldMk cId="1604521730" sldId="842"/>
        </pc:sldMkLst>
      </pc:sldChg>
      <pc:sldChg chg="add del">
        <pc:chgData name="Sana Belguith" userId="edaa0afb-4621-4165-af1d-05ed505f7999" providerId="ADAL" clId="{06919C33-FD09-4C75-9807-013446205127}" dt="2022-10-26T15:26:05.036" v="3508"/>
        <pc:sldMkLst>
          <pc:docMk/>
          <pc:sldMk cId="3236917824" sldId="842"/>
        </pc:sldMkLst>
      </pc:sldChg>
      <pc:sldChg chg="addSp delSp modSp add mod">
        <pc:chgData name="Sana Belguith" userId="edaa0afb-4621-4165-af1d-05ed505f7999" providerId="ADAL" clId="{06919C33-FD09-4C75-9807-013446205127}" dt="2022-10-26T15:34:35.071" v="3594" actId="12"/>
        <pc:sldMkLst>
          <pc:docMk/>
          <pc:sldMk cId="2104286480" sldId="843"/>
        </pc:sldMkLst>
      </pc:sldChg>
    </pc:docChg>
  </pc:docChgLst>
  <pc:docChgLst>
    <pc:chgData name="Sana Belguith" userId="edaa0afb-4621-4165-af1d-05ed505f7999" providerId="ADAL" clId="{6E147B01-719F-4DF3-A8D5-E95C10836EC0}"/>
    <pc:docChg chg="custSel modSld">
      <pc:chgData name="Sana Belguith" userId="edaa0afb-4621-4165-af1d-05ed505f7999" providerId="ADAL" clId="{6E147B01-719F-4DF3-A8D5-E95C10836EC0}" dt="2024-11-03T19:24:48.305" v="41" actId="20577"/>
      <pc:docMkLst>
        <pc:docMk/>
      </pc:docMkLst>
      <pc:sldChg chg="modSp mod">
        <pc:chgData name="Sana Belguith" userId="edaa0afb-4621-4165-af1d-05ed505f7999" providerId="ADAL" clId="{6E147B01-719F-4DF3-A8D5-E95C10836EC0}" dt="2024-11-03T19:12:50.465" v="22" actId="20577"/>
        <pc:sldMkLst>
          <pc:docMk/>
          <pc:sldMk cId="4276838678" sldId="388"/>
        </pc:sldMkLst>
      </pc:sldChg>
      <pc:sldChg chg="modSp mod">
        <pc:chgData name="Sana Belguith" userId="edaa0afb-4621-4165-af1d-05ed505f7999" providerId="ADAL" clId="{6E147B01-719F-4DF3-A8D5-E95C10836EC0}" dt="2024-11-03T19:18:58.330" v="33" actId="20577"/>
        <pc:sldMkLst>
          <pc:docMk/>
          <pc:sldMk cId="2401707025" sldId="404"/>
        </pc:sldMkLst>
      </pc:sldChg>
      <pc:sldChg chg="modSp mod">
        <pc:chgData name="Sana Belguith" userId="edaa0afb-4621-4165-af1d-05ed505f7999" providerId="ADAL" clId="{6E147B01-719F-4DF3-A8D5-E95C10836EC0}" dt="2024-11-03T19:24:48.305" v="41" actId="20577"/>
        <pc:sldMkLst>
          <pc:docMk/>
          <pc:sldMk cId="2002294350" sldId="425"/>
        </pc:sldMkLst>
      </pc:sldChg>
      <pc:sldChg chg="modSp mod">
        <pc:chgData name="Sana Belguith" userId="edaa0afb-4621-4165-af1d-05ed505f7999" providerId="ADAL" clId="{6E147B01-719F-4DF3-A8D5-E95C10836EC0}" dt="2024-11-03T19:17:53.511" v="25" actId="404"/>
        <pc:sldMkLst>
          <pc:docMk/>
          <pc:sldMk cId="1801458314" sldId="438"/>
        </pc:sldMkLst>
      </pc:sldChg>
    </pc:docChg>
  </pc:docChgLst>
  <pc:docChgLst>
    <pc:chgData name="Sana Belguith" userId="edaa0afb-4621-4165-af1d-05ed505f7999" providerId="ADAL" clId="{FAC4329E-AD2F-4436-8EA1-93788499A5D0}"/>
    <pc:docChg chg="modSld">
      <pc:chgData name="Sana Belguith" userId="edaa0afb-4621-4165-af1d-05ed505f7999" providerId="ADAL" clId="{FAC4329E-AD2F-4436-8EA1-93788499A5D0}" dt="2025-11-10T08:49:29.474" v="2" actId="20577"/>
      <pc:docMkLst>
        <pc:docMk/>
      </pc:docMkLst>
      <pc:sldChg chg="modSp mod">
        <pc:chgData name="Sana Belguith" userId="edaa0afb-4621-4165-af1d-05ed505f7999" providerId="ADAL" clId="{FAC4329E-AD2F-4436-8EA1-93788499A5D0}" dt="2025-11-10T08:49:29.474" v="2" actId="20577"/>
        <pc:sldMkLst>
          <pc:docMk/>
          <pc:sldMk cId="1873631347" sldId="401"/>
        </pc:sldMkLst>
        <pc:spChg chg="mod">
          <ac:chgData name="Sana Belguith" userId="edaa0afb-4621-4165-af1d-05ed505f7999" providerId="ADAL" clId="{FAC4329E-AD2F-4436-8EA1-93788499A5D0}" dt="2025-11-10T08:49:29.474" v="2" actId="20577"/>
          <ac:spMkLst>
            <pc:docMk/>
            <pc:sldMk cId="1873631347" sldId="401"/>
            <ac:spMk id="3" creationId="{875E7498-990B-47BC-8629-AE2C57E9FAEF}"/>
          </ac:spMkLst>
        </pc:spChg>
      </pc:sldChg>
      <pc:sldChg chg="modSp mod">
        <pc:chgData name="Sana Belguith" userId="edaa0afb-4621-4165-af1d-05ed505f7999" providerId="ADAL" clId="{FAC4329E-AD2F-4436-8EA1-93788499A5D0}" dt="2025-11-10T08:48:07.437" v="1" actId="20577"/>
        <pc:sldMkLst>
          <pc:docMk/>
          <pc:sldMk cId="3416181727" sldId="407"/>
        </pc:sldMkLst>
        <pc:spChg chg="mod">
          <ac:chgData name="Sana Belguith" userId="edaa0afb-4621-4165-af1d-05ed505f7999" providerId="ADAL" clId="{FAC4329E-AD2F-4436-8EA1-93788499A5D0}" dt="2025-11-10T08:48:07.437" v="1" actId="20577"/>
          <ac:spMkLst>
            <pc:docMk/>
            <pc:sldMk cId="3416181727" sldId="407"/>
            <ac:spMk id="3" creationId="{4C7B5F2A-3F89-4959-A826-CED97086B95D}"/>
          </ac:spMkLst>
        </pc:spChg>
      </pc:sldChg>
    </pc:docChg>
  </pc:docChgLst>
  <pc:docChgLst>
    <pc:chgData name="Sana Belguith" userId="edaa0afb-4621-4165-af1d-05ed505f7999" providerId="ADAL" clId="{10F9F129-592B-40F1-997D-F487E669D3CB}"/>
    <pc:docChg chg="undo redo custSel addSld delSld modSld">
      <pc:chgData name="Sana Belguith" userId="edaa0afb-4621-4165-af1d-05ed505f7999" providerId="ADAL" clId="{10F9F129-592B-40F1-997D-F487E669D3CB}" dt="2022-11-17T13:46:36.419" v="655" actId="20577"/>
      <pc:docMkLst>
        <pc:docMk/>
      </pc:docMkLst>
      <pc:sldChg chg="modSp add del mod">
        <pc:chgData name="Sana Belguith" userId="edaa0afb-4621-4165-af1d-05ed505f7999" providerId="ADAL" clId="{10F9F129-592B-40F1-997D-F487E669D3CB}" dt="2022-11-17T10:48:57.649" v="639" actId="27636"/>
        <pc:sldMkLst>
          <pc:docMk/>
          <pc:sldMk cId="3038245579" sldId="257"/>
        </pc:sldMkLst>
      </pc:sldChg>
      <pc:sldChg chg="modSp add del mod">
        <pc:chgData name="Sana Belguith" userId="edaa0afb-4621-4165-af1d-05ed505f7999" providerId="ADAL" clId="{10F9F129-592B-40F1-997D-F487E669D3CB}" dt="2022-11-17T10:43:16.184" v="572" actId="47"/>
        <pc:sldMkLst>
          <pc:docMk/>
          <pc:sldMk cId="0" sldId="260"/>
        </pc:sldMkLst>
      </pc:sldChg>
      <pc:sldChg chg="modSp add mod">
        <pc:chgData name="Sana Belguith" userId="edaa0afb-4621-4165-af1d-05ed505f7999" providerId="ADAL" clId="{10F9F129-592B-40F1-997D-F487E669D3CB}" dt="2022-11-16T13:47:23.630" v="17" actId="2711"/>
        <pc:sldMkLst>
          <pc:docMk/>
          <pc:sldMk cId="2375385487" sldId="361"/>
        </pc:sldMkLst>
      </pc:sldChg>
      <pc:sldChg chg="modSp add mod">
        <pc:chgData name="Sana Belguith" userId="edaa0afb-4621-4165-af1d-05ed505f7999" providerId="ADAL" clId="{10F9F129-592B-40F1-997D-F487E669D3CB}" dt="2022-11-16T13:52:02.426" v="37" actId="404"/>
        <pc:sldMkLst>
          <pc:docMk/>
          <pc:sldMk cId="898831132" sldId="362"/>
        </pc:sldMkLst>
      </pc:sldChg>
      <pc:sldChg chg="modSp add mod">
        <pc:chgData name="Sana Belguith" userId="edaa0afb-4621-4165-af1d-05ed505f7999" providerId="ADAL" clId="{10F9F129-592B-40F1-997D-F487E669D3CB}" dt="2022-11-16T13:52:06.037" v="38" actId="108"/>
        <pc:sldMkLst>
          <pc:docMk/>
          <pc:sldMk cId="129483875" sldId="363"/>
        </pc:sldMkLst>
      </pc:sldChg>
      <pc:sldChg chg="modSp add mod">
        <pc:chgData name="Sana Belguith" userId="edaa0afb-4621-4165-af1d-05ed505f7999" providerId="ADAL" clId="{10F9F129-592B-40F1-997D-F487E669D3CB}" dt="2022-11-16T13:55:33.976" v="91" actId="1076"/>
        <pc:sldMkLst>
          <pc:docMk/>
          <pc:sldMk cId="3731856780" sldId="364"/>
        </pc:sldMkLst>
      </pc:sldChg>
      <pc:sldChg chg="modSp add del mod">
        <pc:chgData name="Sana Belguith" userId="edaa0afb-4621-4165-af1d-05ed505f7999" providerId="ADAL" clId="{10F9F129-592B-40F1-997D-F487E669D3CB}" dt="2022-11-17T10:20:14.979" v="490" actId="47"/>
        <pc:sldMkLst>
          <pc:docMk/>
          <pc:sldMk cId="3836569670" sldId="365"/>
        </pc:sldMkLst>
      </pc:sldChg>
      <pc:sldChg chg="modSp add del mod">
        <pc:chgData name="Sana Belguith" userId="edaa0afb-4621-4165-af1d-05ed505f7999" providerId="ADAL" clId="{10F9F129-592B-40F1-997D-F487E669D3CB}" dt="2022-11-17T10:20:14.979" v="490" actId="47"/>
        <pc:sldMkLst>
          <pc:docMk/>
          <pc:sldMk cId="1722304630" sldId="366"/>
        </pc:sldMkLst>
      </pc:sldChg>
      <pc:sldChg chg="addSp delSp modSp add mod">
        <pc:chgData name="Sana Belguith" userId="edaa0afb-4621-4165-af1d-05ed505f7999" providerId="ADAL" clId="{10F9F129-592B-40F1-997D-F487E669D3CB}" dt="2022-11-17T10:19:59.737" v="489" actId="1076"/>
        <pc:sldMkLst>
          <pc:docMk/>
          <pc:sldMk cId="2028455272" sldId="367"/>
        </pc:sldMkLst>
      </pc:sldChg>
      <pc:sldChg chg="modSp add mod">
        <pc:chgData name="Sana Belguith" userId="edaa0afb-4621-4165-af1d-05ed505f7999" providerId="ADAL" clId="{10F9F129-592B-40F1-997D-F487E669D3CB}" dt="2022-11-16T13:57:04.649" v="112" actId="14100"/>
        <pc:sldMkLst>
          <pc:docMk/>
          <pc:sldMk cId="941356834" sldId="368"/>
        </pc:sldMkLst>
      </pc:sldChg>
      <pc:sldChg chg="modSp add mod">
        <pc:chgData name="Sana Belguith" userId="edaa0afb-4621-4165-af1d-05ed505f7999" providerId="ADAL" clId="{10F9F129-592B-40F1-997D-F487E669D3CB}" dt="2022-11-16T13:52:15.877" v="42" actId="403"/>
        <pc:sldMkLst>
          <pc:docMk/>
          <pc:sldMk cId="706578797" sldId="369"/>
        </pc:sldMkLst>
      </pc:sldChg>
      <pc:sldChg chg="modSp add del mod">
        <pc:chgData name="Sana Belguith" userId="edaa0afb-4621-4165-af1d-05ed505f7999" providerId="ADAL" clId="{10F9F129-592B-40F1-997D-F487E669D3CB}" dt="2022-11-17T10:20:31.236" v="491" actId="47"/>
        <pc:sldMkLst>
          <pc:docMk/>
          <pc:sldMk cId="3170944832" sldId="370"/>
        </pc:sldMkLst>
      </pc:sldChg>
      <pc:sldChg chg="addSp delSp modSp add mod">
        <pc:chgData name="Sana Belguith" userId="edaa0afb-4621-4165-af1d-05ed505f7999" providerId="ADAL" clId="{10F9F129-592B-40F1-997D-F487E669D3CB}" dt="2022-11-16T13:59:30.272" v="144"/>
        <pc:sldMkLst>
          <pc:docMk/>
          <pc:sldMk cId="1381126486" sldId="371"/>
        </pc:sldMkLst>
      </pc:sldChg>
      <pc:sldChg chg="addSp modSp add del mod">
        <pc:chgData name="Sana Belguith" userId="edaa0afb-4621-4165-af1d-05ed505f7999" providerId="ADAL" clId="{10F9F129-592B-40F1-997D-F487E669D3CB}" dt="2022-11-17T10:27:29.753" v="492" actId="47"/>
        <pc:sldMkLst>
          <pc:docMk/>
          <pc:sldMk cId="1085920982" sldId="372"/>
        </pc:sldMkLst>
      </pc:sldChg>
      <pc:sldChg chg="addSp delSp modSp add mod">
        <pc:chgData name="Sana Belguith" userId="edaa0afb-4621-4165-af1d-05ed505f7999" providerId="ADAL" clId="{10F9F129-592B-40F1-997D-F487E669D3CB}" dt="2022-11-16T14:01:15.696" v="172" actId="108"/>
        <pc:sldMkLst>
          <pc:docMk/>
          <pc:sldMk cId="114912574" sldId="373"/>
        </pc:sldMkLst>
      </pc:sldChg>
      <pc:sldChg chg="modSp add del mod">
        <pc:chgData name="Sana Belguith" userId="edaa0afb-4621-4165-af1d-05ed505f7999" providerId="ADAL" clId="{10F9F129-592B-40F1-997D-F487E669D3CB}" dt="2022-11-17T13:29:43.465" v="644" actId="47"/>
        <pc:sldMkLst>
          <pc:docMk/>
          <pc:sldMk cId="3752278883" sldId="374"/>
        </pc:sldMkLst>
      </pc:sldChg>
      <pc:sldChg chg="addSp delSp modSp add mod">
        <pc:chgData name="Sana Belguith" userId="edaa0afb-4621-4165-af1d-05ed505f7999" providerId="ADAL" clId="{10F9F129-592B-40F1-997D-F487E669D3CB}" dt="2022-11-16T14:02:20.057" v="191" actId="1076"/>
        <pc:sldMkLst>
          <pc:docMk/>
          <pc:sldMk cId="1895826298" sldId="375"/>
        </pc:sldMkLst>
      </pc:sldChg>
      <pc:sldChg chg="modSp add mod">
        <pc:chgData name="Sana Belguith" userId="edaa0afb-4621-4165-af1d-05ed505f7999" providerId="ADAL" clId="{10F9F129-592B-40F1-997D-F487E669D3CB}" dt="2022-11-16T14:06:08.198" v="245" actId="108"/>
        <pc:sldMkLst>
          <pc:docMk/>
          <pc:sldMk cId="3290721575" sldId="376"/>
        </pc:sldMkLst>
      </pc:sldChg>
      <pc:sldChg chg="modSp add mod">
        <pc:chgData name="Sana Belguith" userId="edaa0afb-4621-4165-af1d-05ed505f7999" providerId="ADAL" clId="{10F9F129-592B-40F1-997D-F487E669D3CB}" dt="2022-11-16T14:06:05.225" v="244" actId="403"/>
        <pc:sldMkLst>
          <pc:docMk/>
          <pc:sldMk cId="3732628795" sldId="377"/>
        </pc:sldMkLst>
      </pc:sldChg>
      <pc:sldChg chg="delSp modSp add del mod">
        <pc:chgData name="Sana Belguith" userId="edaa0afb-4621-4165-af1d-05ed505f7999" providerId="ADAL" clId="{10F9F129-592B-40F1-997D-F487E669D3CB}" dt="2022-11-16T14:05:15.923" v="234" actId="47"/>
        <pc:sldMkLst>
          <pc:docMk/>
          <pc:sldMk cId="3950559460" sldId="378"/>
        </pc:sldMkLst>
      </pc:sldChg>
      <pc:sldChg chg="addSp delSp modSp add mod">
        <pc:chgData name="Sana Belguith" userId="edaa0afb-4621-4165-af1d-05ed505f7999" providerId="ADAL" clId="{10F9F129-592B-40F1-997D-F487E669D3CB}" dt="2022-11-16T14:03:39.891" v="213" actId="14100"/>
        <pc:sldMkLst>
          <pc:docMk/>
          <pc:sldMk cId="4226157631" sldId="379"/>
        </pc:sldMkLst>
      </pc:sldChg>
      <pc:sldChg chg="modSp add mod">
        <pc:chgData name="Sana Belguith" userId="edaa0afb-4621-4165-af1d-05ed505f7999" providerId="ADAL" clId="{10F9F129-592B-40F1-997D-F487E669D3CB}" dt="2022-11-17T10:28:19.481" v="494" actId="20577"/>
        <pc:sldMkLst>
          <pc:docMk/>
          <pc:sldMk cId="122551928" sldId="380"/>
        </pc:sldMkLst>
      </pc:sldChg>
      <pc:sldChg chg="modSp add del mod">
        <pc:chgData name="Sana Belguith" userId="edaa0afb-4621-4165-af1d-05ed505f7999" providerId="ADAL" clId="{10F9F129-592B-40F1-997D-F487E669D3CB}" dt="2022-11-17T10:28:14.992" v="493" actId="47"/>
        <pc:sldMkLst>
          <pc:docMk/>
          <pc:sldMk cId="694844021" sldId="381"/>
        </pc:sldMkLst>
      </pc:sldChg>
      <pc:sldChg chg="modSp add del mod">
        <pc:chgData name="Sana Belguith" userId="edaa0afb-4621-4165-af1d-05ed505f7999" providerId="ADAL" clId="{10F9F129-592B-40F1-997D-F487E669D3CB}" dt="2022-11-16T14:46:44.998" v="288" actId="47"/>
        <pc:sldMkLst>
          <pc:docMk/>
          <pc:sldMk cId="3993338792" sldId="382"/>
        </pc:sldMkLst>
      </pc:sldChg>
      <pc:sldChg chg="addSp delSp modSp add del mod">
        <pc:chgData name="Sana Belguith" userId="edaa0afb-4621-4165-af1d-05ed505f7999" providerId="ADAL" clId="{10F9F129-592B-40F1-997D-F487E669D3CB}" dt="2022-11-16T14:08:05.173" v="264" actId="47"/>
        <pc:sldMkLst>
          <pc:docMk/>
          <pc:sldMk cId="853934146" sldId="383"/>
        </pc:sldMkLst>
      </pc:sldChg>
      <pc:sldChg chg="addSp delSp modSp add del mod">
        <pc:chgData name="Sana Belguith" userId="edaa0afb-4621-4165-af1d-05ed505f7999" providerId="ADAL" clId="{10F9F129-592B-40F1-997D-F487E669D3CB}" dt="2022-11-16T14:08:05.173" v="264" actId="47"/>
        <pc:sldMkLst>
          <pc:docMk/>
          <pc:sldMk cId="471557899" sldId="384"/>
        </pc:sldMkLst>
      </pc:sldChg>
      <pc:sldChg chg="modSp add del mod">
        <pc:chgData name="Sana Belguith" userId="edaa0afb-4621-4165-af1d-05ed505f7999" providerId="ADAL" clId="{10F9F129-592B-40F1-997D-F487E669D3CB}" dt="2022-11-16T14:41:45.134" v="278" actId="47"/>
        <pc:sldMkLst>
          <pc:docMk/>
          <pc:sldMk cId="3438766355" sldId="385"/>
        </pc:sldMkLst>
      </pc:sldChg>
      <pc:sldChg chg="addSp delSp modSp add del mod">
        <pc:chgData name="Sana Belguith" userId="edaa0afb-4621-4165-af1d-05ed505f7999" providerId="ADAL" clId="{10F9F129-592B-40F1-997D-F487E669D3CB}" dt="2022-11-16T14:08:18.378" v="265" actId="47"/>
        <pc:sldMkLst>
          <pc:docMk/>
          <pc:sldMk cId="3701396348" sldId="386"/>
        </pc:sldMkLst>
      </pc:sldChg>
      <pc:sldChg chg="modSp add del mod">
        <pc:chgData name="Sana Belguith" userId="edaa0afb-4621-4165-af1d-05ed505f7999" providerId="ADAL" clId="{10F9F129-592B-40F1-997D-F487E669D3CB}" dt="2022-11-16T14:41:45.134" v="278" actId="47"/>
        <pc:sldMkLst>
          <pc:docMk/>
          <pc:sldMk cId="3467758433" sldId="387"/>
        </pc:sldMkLst>
      </pc:sldChg>
      <pc:sldChg chg="delSp modSp add del mod">
        <pc:chgData name="Sana Belguith" userId="edaa0afb-4621-4165-af1d-05ed505f7999" providerId="ADAL" clId="{10F9F129-592B-40F1-997D-F487E669D3CB}" dt="2022-11-16T14:46:34.271" v="287" actId="47"/>
        <pc:sldMkLst>
          <pc:docMk/>
          <pc:sldMk cId="4276838678" sldId="388"/>
        </pc:sldMkLst>
      </pc:sldChg>
      <pc:sldChg chg="modSp add del mod">
        <pc:chgData name="Sana Belguith" userId="edaa0afb-4621-4165-af1d-05ed505f7999" providerId="ADAL" clId="{10F9F129-592B-40F1-997D-F487E669D3CB}" dt="2022-11-16T14:09:08.277" v="277" actId="47"/>
        <pc:sldMkLst>
          <pc:docMk/>
          <pc:sldMk cId="2302777902" sldId="389"/>
        </pc:sldMkLst>
      </pc:sldChg>
      <pc:sldChg chg="modSp add del mod">
        <pc:chgData name="Sana Belguith" userId="edaa0afb-4621-4165-af1d-05ed505f7999" providerId="ADAL" clId="{10F9F129-592B-40F1-997D-F487E669D3CB}" dt="2022-11-17T10:28:14.992" v="493" actId="47"/>
        <pc:sldMkLst>
          <pc:docMk/>
          <pc:sldMk cId="677847710" sldId="390"/>
        </pc:sldMkLst>
      </pc:sldChg>
      <pc:sldChg chg="modSp add mod">
        <pc:chgData name="Sana Belguith" userId="edaa0afb-4621-4165-af1d-05ed505f7999" providerId="ADAL" clId="{10F9F129-592B-40F1-997D-F487E669D3CB}" dt="2022-11-16T14:47:08.728" v="296" actId="2711"/>
        <pc:sldMkLst>
          <pc:docMk/>
          <pc:sldMk cId="2292515070" sldId="391"/>
        </pc:sldMkLst>
      </pc:sldChg>
      <pc:sldChg chg="modSp add mod">
        <pc:chgData name="Sana Belguith" userId="edaa0afb-4621-4165-af1d-05ed505f7999" providerId="ADAL" clId="{10F9F129-592B-40F1-997D-F487E669D3CB}" dt="2022-11-16T14:56:13.255" v="315" actId="108"/>
        <pc:sldMkLst>
          <pc:docMk/>
          <pc:sldMk cId="2138662408" sldId="392"/>
        </pc:sldMkLst>
      </pc:sldChg>
      <pc:sldChg chg="modSp add del mod">
        <pc:chgData name="Sana Belguith" userId="edaa0afb-4621-4165-af1d-05ed505f7999" providerId="ADAL" clId="{10F9F129-592B-40F1-997D-F487E669D3CB}" dt="2022-11-17T13:29:43.465" v="644" actId="47"/>
        <pc:sldMkLst>
          <pc:docMk/>
          <pc:sldMk cId="3914365444" sldId="393"/>
        </pc:sldMkLst>
      </pc:sldChg>
      <pc:sldChg chg="modSp add del mod">
        <pc:chgData name="Sana Belguith" userId="edaa0afb-4621-4165-af1d-05ed505f7999" providerId="ADAL" clId="{10F9F129-592B-40F1-997D-F487E669D3CB}" dt="2022-11-17T13:29:43.465" v="644" actId="47"/>
        <pc:sldMkLst>
          <pc:docMk/>
          <pc:sldMk cId="3483910523" sldId="394"/>
        </pc:sldMkLst>
      </pc:sldChg>
      <pc:sldChg chg="addSp delSp modSp add mod">
        <pc:chgData name="Sana Belguith" userId="edaa0afb-4621-4165-af1d-05ed505f7999" providerId="ADAL" clId="{10F9F129-592B-40F1-997D-F487E669D3CB}" dt="2022-11-16T14:56:41.226" v="322"/>
        <pc:sldMkLst>
          <pc:docMk/>
          <pc:sldMk cId="1805425739" sldId="395"/>
        </pc:sldMkLst>
      </pc:sldChg>
      <pc:sldChg chg="delSp modSp add mod">
        <pc:chgData name="Sana Belguith" userId="edaa0afb-4621-4165-af1d-05ed505f7999" providerId="ADAL" clId="{10F9F129-592B-40F1-997D-F487E669D3CB}" dt="2022-11-16T14:58:59.196" v="328" actId="108"/>
        <pc:sldMkLst>
          <pc:docMk/>
          <pc:sldMk cId="3218059063" sldId="396"/>
        </pc:sldMkLst>
      </pc:sldChg>
      <pc:sldChg chg="modSp add mod">
        <pc:chgData name="Sana Belguith" userId="edaa0afb-4621-4165-af1d-05ed505f7999" providerId="ADAL" clId="{10F9F129-592B-40F1-997D-F487E669D3CB}" dt="2022-11-16T14:59:10.570" v="329" actId="2711"/>
        <pc:sldMkLst>
          <pc:docMk/>
          <pc:sldMk cId="3707207807" sldId="397"/>
        </pc:sldMkLst>
      </pc:sldChg>
      <pc:sldChg chg="modSp add mod">
        <pc:chgData name="Sana Belguith" userId="edaa0afb-4621-4165-af1d-05ed505f7999" providerId="ADAL" clId="{10F9F129-592B-40F1-997D-F487E669D3CB}" dt="2022-11-16T15:41:49.526" v="358" actId="1076"/>
        <pc:sldMkLst>
          <pc:docMk/>
          <pc:sldMk cId="2185184214" sldId="398"/>
        </pc:sldMkLst>
      </pc:sldChg>
      <pc:sldChg chg="modSp add mod">
        <pc:chgData name="Sana Belguith" userId="edaa0afb-4621-4165-af1d-05ed505f7999" providerId="ADAL" clId="{10F9F129-592B-40F1-997D-F487E669D3CB}" dt="2022-11-16T15:41:57.343" v="361" actId="1076"/>
        <pc:sldMkLst>
          <pc:docMk/>
          <pc:sldMk cId="619251659" sldId="399"/>
        </pc:sldMkLst>
      </pc:sldChg>
      <pc:sldChg chg="modSp add del mod">
        <pc:chgData name="Sana Belguith" userId="edaa0afb-4621-4165-af1d-05ed505f7999" providerId="ADAL" clId="{10F9F129-592B-40F1-997D-F487E669D3CB}" dt="2022-11-17T13:42:20.037" v="645" actId="47"/>
        <pc:sldMkLst>
          <pc:docMk/>
          <pc:sldMk cId="2047062216" sldId="400"/>
        </pc:sldMkLst>
      </pc:sldChg>
      <pc:sldChg chg="modSp add mod">
        <pc:chgData name="Sana Belguith" userId="edaa0afb-4621-4165-af1d-05ed505f7999" providerId="ADAL" clId="{10F9F129-592B-40F1-997D-F487E669D3CB}" dt="2022-11-17T10:36:35.754" v="526" actId="108"/>
        <pc:sldMkLst>
          <pc:docMk/>
          <pc:sldMk cId="1873631347" sldId="401"/>
        </pc:sldMkLst>
      </pc:sldChg>
      <pc:sldChg chg="modSp add mod">
        <pc:chgData name="Sana Belguith" userId="edaa0afb-4621-4165-af1d-05ed505f7999" providerId="ADAL" clId="{10F9F129-592B-40F1-997D-F487E669D3CB}" dt="2022-11-17T10:37:53.101" v="531" actId="108"/>
        <pc:sldMkLst>
          <pc:docMk/>
          <pc:sldMk cId="3554661473" sldId="402"/>
        </pc:sldMkLst>
      </pc:sldChg>
      <pc:sldChg chg="modSp add mod">
        <pc:chgData name="Sana Belguith" userId="edaa0afb-4621-4165-af1d-05ed505f7999" providerId="ADAL" clId="{10F9F129-592B-40F1-997D-F487E669D3CB}" dt="2022-11-17T13:45:30.065" v="654" actId="1076"/>
        <pc:sldMkLst>
          <pc:docMk/>
          <pc:sldMk cId="3520830451" sldId="403"/>
        </pc:sldMkLst>
      </pc:sldChg>
      <pc:sldChg chg="modSp add mod">
        <pc:chgData name="Sana Belguith" userId="edaa0afb-4621-4165-af1d-05ed505f7999" providerId="ADAL" clId="{10F9F129-592B-40F1-997D-F487E669D3CB}" dt="2022-11-17T13:46:36.419" v="655" actId="20577"/>
        <pc:sldMkLst>
          <pc:docMk/>
          <pc:sldMk cId="2401707025" sldId="404"/>
        </pc:sldMkLst>
      </pc:sldChg>
      <pc:sldChg chg="modSp add mod">
        <pc:chgData name="Sana Belguith" userId="edaa0afb-4621-4165-af1d-05ed505f7999" providerId="ADAL" clId="{10F9F129-592B-40F1-997D-F487E669D3CB}" dt="2022-11-17T10:50:25.133" v="642" actId="5793"/>
        <pc:sldMkLst>
          <pc:docMk/>
          <pc:sldMk cId="1422701018" sldId="405"/>
        </pc:sldMkLst>
      </pc:sldChg>
      <pc:sldChg chg="modSp add mod">
        <pc:chgData name="Sana Belguith" userId="edaa0afb-4621-4165-af1d-05ed505f7999" providerId="ADAL" clId="{10F9F129-592B-40F1-997D-F487E669D3CB}" dt="2022-11-16T14:59:43.008" v="337" actId="255"/>
        <pc:sldMkLst>
          <pc:docMk/>
          <pc:sldMk cId="3180966785" sldId="406"/>
        </pc:sldMkLst>
      </pc:sldChg>
      <pc:sldChg chg="modSp add mod">
        <pc:chgData name="Sana Belguith" userId="edaa0afb-4621-4165-af1d-05ed505f7999" providerId="ADAL" clId="{10F9F129-592B-40F1-997D-F487E669D3CB}" dt="2022-11-17T10:34:58.225" v="525" actId="20577"/>
        <pc:sldMkLst>
          <pc:docMk/>
          <pc:sldMk cId="3416181727" sldId="407"/>
        </pc:sldMkLst>
      </pc:sldChg>
      <pc:sldChg chg="modSp add mod">
        <pc:chgData name="Sana Belguith" userId="edaa0afb-4621-4165-af1d-05ed505f7999" providerId="ADAL" clId="{10F9F129-592B-40F1-997D-F487E669D3CB}" dt="2022-11-16T15:41:02.286" v="346" actId="1076"/>
        <pc:sldMkLst>
          <pc:docMk/>
          <pc:sldMk cId="1740167014" sldId="408"/>
        </pc:sldMkLst>
      </pc:sldChg>
      <pc:sldChg chg="modSp add mod">
        <pc:chgData name="Sana Belguith" userId="edaa0afb-4621-4165-af1d-05ed505f7999" providerId="ADAL" clId="{10F9F129-592B-40F1-997D-F487E669D3CB}" dt="2022-11-16T15:41:09.229" v="349" actId="1076"/>
        <pc:sldMkLst>
          <pc:docMk/>
          <pc:sldMk cId="3873782959" sldId="409"/>
        </pc:sldMkLst>
      </pc:sldChg>
      <pc:sldChg chg="modSp add mod">
        <pc:chgData name="Sana Belguith" userId="edaa0afb-4621-4165-af1d-05ed505f7999" providerId="ADAL" clId="{10F9F129-592B-40F1-997D-F487E669D3CB}" dt="2022-11-16T15:41:28.486" v="352" actId="1076"/>
        <pc:sldMkLst>
          <pc:docMk/>
          <pc:sldMk cId="389055588" sldId="410"/>
        </pc:sldMkLst>
      </pc:sldChg>
      <pc:sldChg chg="modSp add mod">
        <pc:chgData name="Sana Belguith" userId="edaa0afb-4621-4165-af1d-05ed505f7999" providerId="ADAL" clId="{10F9F129-592B-40F1-997D-F487E669D3CB}" dt="2022-11-16T15:41:36.462" v="355" actId="1076"/>
        <pc:sldMkLst>
          <pc:docMk/>
          <pc:sldMk cId="3353666703" sldId="411"/>
        </pc:sldMkLst>
      </pc:sldChg>
      <pc:sldChg chg="add del">
        <pc:chgData name="Sana Belguith" userId="edaa0afb-4621-4165-af1d-05ed505f7999" providerId="ADAL" clId="{10F9F129-592B-40F1-997D-F487E669D3CB}" dt="2022-11-17T10:37:44.330" v="530" actId="47"/>
        <pc:sldMkLst>
          <pc:docMk/>
          <pc:sldMk cId="119521061" sldId="412"/>
        </pc:sldMkLst>
      </pc:sldChg>
      <pc:sldChg chg="modSp add del mod">
        <pc:chgData name="Sana Belguith" userId="edaa0afb-4621-4165-af1d-05ed505f7999" providerId="ADAL" clId="{10F9F129-592B-40F1-997D-F487E669D3CB}" dt="2022-11-17T10:37:44.330" v="530" actId="47"/>
        <pc:sldMkLst>
          <pc:docMk/>
          <pc:sldMk cId="411279874" sldId="413"/>
        </pc:sldMkLst>
      </pc:sldChg>
      <pc:sldChg chg="add">
        <pc:chgData name="Sana Belguith" userId="edaa0afb-4621-4165-af1d-05ed505f7999" providerId="ADAL" clId="{10F9F129-592B-40F1-997D-F487E669D3CB}" dt="2022-11-16T13:45:44.036" v="1"/>
        <pc:sldMkLst>
          <pc:docMk/>
          <pc:sldMk cId="3975823201" sldId="414"/>
        </pc:sldMkLst>
      </pc:sldChg>
      <pc:sldChg chg="modSp add mod">
        <pc:chgData name="Sana Belguith" userId="edaa0afb-4621-4165-af1d-05ed505f7999" providerId="ADAL" clId="{10F9F129-592B-40F1-997D-F487E669D3CB}" dt="2022-11-16T15:43:24.726" v="389" actId="1076"/>
        <pc:sldMkLst>
          <pc:docMk/>
          <pc:sldMk cId="2946336691" sldId="415"/>
        </pc:sldMkLst>
      </pc:sldChg>
      <pc:sldChg chg="modSp add del mod">
        <pc:chgData name="Sana Belguith" userId="edaa0afb-4621-4165-af1d-05ed505f7999" providerId="ADAL" clId="{10F9F129-592B-40F1-997D-F487E669D3CB}" dt="2022-11-17T10:38:37.048" v="534" actId="47"/>
        <pc:sldMkLst>
          <pc:docMk/>
          <pc:sldMk cId="3429040118" sldId="416"/>
        </pc:sldMkLst>
      </pc:sldChg>
      <pc:sldChg chg="modSp add mod modAnim">
        <pc:chgData name="Sana Belguith" userId="edaa0afb-4621-4165-af1d-05ed505f7999" providerId="ADAL" clId="{10F9F129-592B-40F1-997D-F487E669D3CB}" dt="2022-11-17T10:39:18.289" v="539" actId="108"/>
        <pc:sldMkLst>
          <pc:docMk/>
          <pc:sldMk cId="620333558" sldId="417"/>
        </pc:sldMkLst>
      </pc:sldChg>
      <pc:sldChg chg="modSp add del mod">
        <pc:chgData name="Sana Belguith" userId="edaa0afb-4621-4165-af1d-05ed505f7999" providerId="ADAL" clId="{10F9F129-592B-40F1-997D-F487E669D3CB}" dt="2022-11-17T10:38:57.026" v="536" actId="47"/>
        <pc:sldMkLst>
          <pc:docMk/>
          <pc:sldMk cId="1811540147" sldId="418"/>
        </pc:sldMkLst>
      </pc:sldChg>
      <pc:sldChg chg="modSp add del mod">
        <pc:chgData name="Sana Belguith" userId="edaa0afb-4621-4165-af1d-05ed505f7999" providerId="ADAL" clId="{10F9F129-592B-40F1-997D-F487E669D3CB}" dt="2022-11-17T10:39:52.055" v="548" actId="47"/>
        <pc:sldMkLst>
          <pc:docMk/>
          <pc:sldMk cId="2122319517" sldId="419"/>
        </pc:sldMkLst>
      </pc:sldChg>
      <pc:sldChg chg="modSp add mod">
        <pc:chgData name="Sana Belguith" userId="edaa0afb-4621-4165-af1d-05ed505f7999" providerId="ADAL" clId="{10F9F129-592B-40F1-997D-F487E669D3CB}" dt="2022-11-17T10:40:13.968" v="561" actId="20577"/>
        <pc:sldMkLst>
          <pc:docMk/>
          <pc:sldMk cId="1474200105" sldId="420"/>
        </pc:sldMkLst>
      </pc:sldChg>
      <pc:sldChg chg="addSp delSp modSp add mod">
        <pc:chgData name="Sana Belguith" userId="edaa0afb-4621-4165-af1d-05ed505f7999" providerId="ADAL" clId="{10F9F129-592B-40F1-997D-F487E669D3CB}" dt="2022-11-17T10:41:23.802" v="567" actId="6549"/>
        <pc:sldMkLst>
          <pc:docMk/>
          <pc:sldMk cId="3317288994" sldId="421"/>
        </pc:sldMkLst>
      </pc:sldChg>
      <pc:sldChg chg="modSp add del mod">
        <pc:chgData name="Sana Belguith" userId="edaa0afb-4621-4165-af1d-05ed505f7999" providerId="ADAL" clId="{10F9F129-592B-40F1-997D-F487E669D3CB}" dt="2022-11-17T10:42:35.764" v="569" actId="47"/>
        <pc:sldMkLst>
          <pc:docMk/>
          <pc:sldMk cId="2608143609" sldId="422"/>
        </pc:sldMkLst>
      </pc:sldChg>
      <pc:sldChg chg="modSp add del mod">
        <pc:chgData name="Sana Belguith" userId="edaa0afb-4621-4165-af1d-05ed505f7999" providerId="ADAL" clId="{10F9F129-592B-40F1-997D-F487E669D3CB}" dt="2022-11-17T10:42:35.764" v="569" actId="47"/>
        <pc:sldMkLst>
          <pc:docMk/>
          <pc:sldMk cId="3314830419" sldId="423"/>
        </pc:sldMkLst>
      </pc:sldChg>
      <pc:sldChg chg="modSp add mod">
        <pc:chgData name="Sana Belguith" userId="edaa0afb-4621-4165-af1d-05ed505f7999" providerId="ADAL" clId="{10F9F129-592B-40F1-997D-F487E669D3CB}" dt="2022-11-17T10:42:14.886" v="568" actId="108"/>
        <pc:sldMkLst>
          <pc:docMk/>
          <pc:sldMk cId="3030295679" sldId="424"/>
        </pc:sldMkLst>
      </pc:sldChg>
      <pc:sldChg chg="modSp add mod">
        <pc:chgData name="Sana Belguith" userId="edaa0afb-4621-4165-af1d-05ed505f7999" providerId="ADAL" clId="{10F9F129-592B-40F1-997D-F487E669D3CB}" dt="2022-11-17T10:43:08.069" v="571" actId="1076"/>
        <pc:sldMkLst>
          <pc:docMk/>
          <pc:sldMk cId="2002294350" sldId="425"/>
        </pc:sldMkLst>
      </pc:sldChg>
      <pc:sldChg chg="add del">
        <pc:chgData name="Sana Belguith" userId="edaa0afb-4621-4165-af1d-05ed505f7999" providerId="ADAL" clId="{10F9F129-592B-40F1-997D-F487E669D3CB}" dt="2022-11-16T15:57:05.759" v="460" actId="47"/>
        <pc:sldMkLst>
          <pc:docMk/>
          <pc:sldMk cId="718690157" sldId="426"/>
        </pc:sldMkLst>
      </pc:sldChg>
      <pc:sldChg chg="add">
        <pc:chgData name="Sana Belguith" userId="edaa0afb-4621-4165-af1d-05ed505f7999" providerId="ADAL" clId="{10F9F129-592B-40F1-997D-F487E669D3CB}" dt="2022-11-16T13:45:44.036" v="1"/>
        <pc:sldMkLst>
          <pc:docMk/>
          <pc:sldMk cId="1743810819" sldId="427"/>
        </pc:sldMkLst>
      </pc:sldChg>
      <pc:sldChg chg="modSp add del mod">
        <pc:chgData name="Sana Belguith" userId="edaa0afb-4621-4165-af1d-05ed505f7999" providerId="ADAL" clId="{10F9F129-592B-40F1-997D-F487E669D3CB}" dt="2022-11-17T10:43:28.679" v="575" actId="47"/>
        <pc:sldMkLst>
          <pc:docMk/>
          <pc:sldMk cId="983067851" sldId="428"/>
        </pc:sldMkLst>
      </pc:sldChg>
      <pc:sldChg chg="modSp add mod">
        <pc:chgData name="Sana Belguith" userId="edaa0afb-4621-4165-af1d-05ed505f7999" providerId="ADAL" clId="{10F9F129-592B-40F1-997D-F487E669D3CB}" dt="2022-11-17T10:52:04.873" v="643" actId="14100"/>
        <pc:sldMkLst>
          <pc:docMk/>
          <pc:sldMk cId="1440751793" sldId="429"/>
        </pc:sldMkLst>
      </pc:sldChg>
      <pc:sldChg chg="modSp add mod">
        <pc:chgData name="Sana Belguith" userId="edaa0afb-4621-4165-af1d-05ed505f7999" providerId="ADAL" clId="{10F9F129-592B-40F1-997D-F487E669D3CB}" dt="2022-11-17T10:43:39.132" v="577" actId="1076"/>
        <pc:sldMkLst>
          <pc:docMk/>
          <pc:sldMk cId="1685751600" sldId="430"/>
        </pc:sldMkLst>
      </pc:sldChg>
      <pc:sldChg chg="modSp add mod">
        <pc:chgData name="Sana Belguith" userId="edaa0afb-4621-4165-af1d-05ed505f7999" providerId="ADAL" clId="{10F9F129-592B-40F1-997D-F487E669D3CB}" dt="2022-11-17T10:43:55.335" v="580" actId="14100"/>
        <pc:sldMkLst>
          <pc:docMk/>
          <pc:sldMk cId="1651203510" sldId="431"/>
        </pc:sldMkLst>
      </pc:sldChg>
      <pc:sldChg chg="modSp add del mod">
        <pc:chgData name="Sana Belguith" userId="edaa0afb-4621-4165-af1d-05ed505f7999" providerId="ADAL" clId="{10F9F129-592B-40F1-997D-F487E669D3CB}" dt="2022-11-17T10:47:49.949" v="582" actId="47"/>
        <pc:sldMkLst>
          <pc:docMk/>
          <pc:sldMk cId="3191391086" sldId="432"/>
        </pc:sldMkLst>
      </pc:sldChg>
      <pc:sldChg chg="modSp add del mod">
        <pc:chgData name="Sana Belguith" userId="edaa0afb-4621-4165-af1d-05ed505f7999" providerId="ADAL" clId="{10F9F129-592B-40F1-997D-F487E669D3CB}" dt="2022-11-17T10:47:49.949" v="582" actId="47"/>
        <pc:sldMkLst>
          <pc:docMk/>
          <pc:sldMk cId="2943983125" sldId="433"/>
        </pc:sldMkLst>
      </pc:sldChg>
      <pc:sldChg chg="modSp add mod">
        <pc:chgData name="Sana Belguith" userId="edaa0afb-4621-4165-af1d-05ed505f7999" providerId="ADAL" clId="{10F9F129-592B-40F1-997D-F487E669D3CB}" dt="2022-11-16T15:49:15.191" v="449" actId="1076"/>
        <pc:sldMkLst>
          <pc:docMk/>
          <pc:sldMk cId="4051494561" sldId="434"/>
        </pc:sldMkLst>
      </pc:sldChg>
      <pc:sldChg chg="modSp add mod">
        <pc:chgData name="Sana Belguith" userId="edaa0afb-4621-4165-af1d-05ed505f7999" providerId="ADAL" clId="{10F9F129-592B-40F1-997D-F487E669D3CB}" dt="2022-11-16T15:49:23.550" v="453" actId="1076"/>
        <pc:sldMkLst>
          <pc:docMk/>
          <pc:sldMk cId="3537089380" sldId="435"/>
        </pc:sldMkLst>
      </pc:sldChg>
      <pc:sldChg chg="modSp add mod">
        <pc:chgData name="Sana Belguith" userId="edaa0afb-4621-4165-af1d-05ed505f7999" providerId="ADAL" clId="{10F9F129-592B-40F1-997D-F487E669D3CB}" dt="2022-11-16T15:49:32.630" v="456" actId="1076"/>
        <pc:sldMkLst>
          <pc:docMk/>
          <pc:sldMk cId="1658730728" sldId="436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838873178" sldId="436"/>
        </pc:sldMkLst>
      </pc:sldChg>
      <pc:sldChg chg="modSp add mod">
        <pc:chgData name="Sana Belguith" userId="edaa0afb-4621-4165-af1d-05ed505f7999" providerId="ADAL" clId="{10F9F129-592B-40F1-997D-F487E669D3CB}" dt="2022-11-17T10:48:37.445" v="620" actId="6549"/>
        <pc:sldMkLst>
          <pc:docMk/>
          <pc:sldMk cId="1318855865" sldId="437"/>
        </pc:sldMkLst>
      </pc:sldChg>
      <pc:sldChg chg="add del">
        <pc:chgData name="Sana Belguith" userId="edaa0afb-4621-4165-af1d-05ed505f7999" providerId="ADAL" clId="{10F9F129-592B-40F1-997D-F487E669D3CB}" dt="2022-11-16T13:59:38.199" v="146"/>
        <pc:sldMkLst>
          <pc:docMk/>
          <pc:sldMk cId="3116260772" sldId="438"/>
        </pc:sldMkLst>
      </pc:sldChg>
      <pc:sldChg chg="add del">
        <pc:chgData name="Sana Belguith" userId="edaa0afb-4621-4165-af1d-05ed505f7999" providerId="ADAL" clId="{10F9F129-592B-40F1-997D-F487E669D3CB}" dt="2022-11-16T13:59:38.199" v="146"/>
        <pc:sldMkLst>
          <pc:docMk/>
          <pc:sldMk cId="401411867" sldId="439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896114321" sldId="448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600677380" sldId="476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519712589" sldId="479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2874797485" sldId="480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672020598" sldId="797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905303464" sldId="798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3522719768" sldId="799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2594508609" sldId="800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424211009" sldId="801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714808608" sldId="802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729257781" sldId="805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2740352987" sldId="806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3126616692" sldId="807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3924706928" sldId="808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943685686" sldId="809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327538580" sldId="813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792218591" sldId="814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402090319" sldId="816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3171944744" sldId="818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895508821" sldId="819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941979563" sldId="820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907418861" sldId="821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69291357" sldId="823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460595892" sldId="824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765026997" sldId="825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724159026" sldId="826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2657274983" sldId="827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919585205" sldId="829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881144341" sldId="831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476464163" sldId="833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447406246" sldId="834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2733562778" sldId="835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874890184" sldId="836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709057645" sldId="837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443625494" sldId="838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085959852" sldId="839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543135454" sldId="840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33803380" sldId="841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1604521730" sldId="842"/>
        </pc:sldMkLst>
      </pc:sldChg>
      <pc:sldChg chg="del">
        <pc:chgData name="Sana Belguith" userId="edaa0afb-4621-4165-af1d-05ed505f7999" providerId="ADAL" clId="{10F9F129-592B-40F1-997D-F487E669D3CB}" dt="2022-11-16T13:45:43.548" v="0" actId="47"/>
        <pc:sldMkLst>
          <pc:docMk/>
          <pc:sldMk cId="2104286480" sldId="843"/>
        </pc:sldMkLst>
      </pc:sldChg>
      <pc:sldMasterChg chg="delSldLayout">
        <pc:chgData name="Sana Belguith" userId="edaa0afb-4621-4165-af1d-05ed505f7999" providerId="ADAL" clId="{10F9F129-592B-40F1-997D-F487E669D3CB}" dt="2022-11-16T13:45:43.548" v="0" actId="47"/>
        <pc:sldMasterMkLst>
          <pc:docMk/>
          <pc:sldMasterMk cId="1629639391" sldId="2147483648"/>
        </pc:sldMasterMkLst>
        <pc:sldLayoutChg chg="del">
          <pc:chgData name="Sana Belguith" userId="edaa0afb-4621-4165-af1d-05ed505f7999" providerId="ADAL" clId="{10F9F129-592B-40F1-997D-F487E669D3CB}" dt="2022-11-16T13:45:43.548" v="0" actId="47"/>
          <pc:sldLayoutMkLst>
            <pc:docMk/>
            <pc:sldMasterMk cId="1629639391" sldId="2147483648"/>
            <pc:sldLayoutMk cId="35962740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8E07E-6A0C-45D2-82C4-0096ACCC8306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38A57-D932-489B-BB2F-83B1BF5AA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46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96C30-DD09-4B2E-9C62-A8CBEBE8D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6977E4-7926-4F31-AD86-796589E7B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BE27D-5D26-47F8-A4D1-78E394D05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DEFC-EEE3-42B8-A278-D7D69FECCD1F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7B77D-8FD2-49B3-B31E-C8A51B0C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601D0-173A-41E8-AA39-74832750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FAB-2D86-44A3-B583-E93326459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615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61FC-58A9-40FB-BC43-737A22ACB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3A531-93CF-417D-A8D8-340D8CCB0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1BF54-52F5-47E6-8913-D1AAD612B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DEFC-EEE3-42B8-A278-D7D69FECCD1F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4CCA-F49B-4118-A4F4-3A11BBE6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0C75D-C9D8-43D5-907D-2EF26A36E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FAB-2D86-44A3-B583-E93326459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72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DFD42-C12D-4C35-A7EA-E222C75B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EBECE-D067-42F8-BCED-84F3ACA09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66E4D-8181-4E8F-9A44-B904A9331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DEFC-EEE3-42B8-A278-D7D69FECCD1F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22721-FFDC-439A-A5EB-C62AF166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528D3-2565-4C30-AE05-4AC612A8F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FAB-2D86-44A3-B583-E93326459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74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0B61C-CCC9-46D6-B64A-A6A689D3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C787D-DCBC-4EDB-BE15-BF7C0B4ED2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2EFDF-FD3D-433A-84DB-9A8FF0850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FAF43-59C6-4663-9CD4-AD016769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DEFC-EEE3-42B8-A278-D7D69FECCD1F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98316-37C3-4E81-8FED-C713651F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0385F-1EF8-4368-98BE-F7634A17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FAB-2D86-44A3-B583-E93326459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421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6403-D59A-4D64-904F-BEEB7AE7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3CD63-F602-4714-97F3-71A3A5C05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3CF3A-4B7B-44FE-8459-B04EFDD60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ECA540-11C9-4E28-B04F-5E45EEF28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54145-4875-455E-A47B-B92AEA291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B6EFB-98DC-407D-8229-B11B0681B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DEFC-EEE3-42B8-A278-D7D69FECCD1F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A1C27D-FD9F-4E2C-B98D-9A6A3F45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B2F90-0DE9-4B15-9360-4B9B64DC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FAB-2D86-44A3-B583-E93326459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42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A34B-33BA-4562-A4A0-29BF638E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62FDD-F91A-4DBA-890C-11E6D01BE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DEFC-EEE3-42B8-A278-D7D69FECCD1F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F47F3-25E7-44C5-8AE2-C47781D1D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0C9573-42D2-4EF6-A072-4879C570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FAB-2D86-44A3-B583-E93326459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451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2C086-C245-4524-B394-0151A47CF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DEFC-EEE3-42B8-A278-D7D69FECCD1F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39457E-E2DA-4004-A9D0-99B5D649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57289-646F-47BB-847B-EAA7AC18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FAB-2D86-44A3-B583-E93326459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8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3E25B-4FAB-4473-AAB1-65FF5E29A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EF695-4B7B-40CA-AE83-C97F56316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76584-051C-4828-86AA-10AF46748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584F0-1CFA-4F82-9898-2264092A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DEFC-EEE3-42B8-A278-D7D69FECCD1F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43606-E581-4048-AEB9-9F556B77F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4CFB4-6BDA-4B05-ACCD-D10F704D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FAB-2D86-44A3-B583-E93326459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39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9032A-4C1C-41B4-ADE8-F460E605F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8189F-D16C-4BE3-8B2A-1AAD0736D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8B9BB-1249-4BDC-BA90-9601E5DF7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DB965-7D4D-418A-B809-6507C5D1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DEFC-EEE3-42B8-A278-D7D69FECCD1F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104AE-2741-4868-AFC3-A0C4C695C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43360-54C4-4B4E-B1BB-FA37B24B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FAB-2D86-44A3-B583-E93326459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33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B1068-B3D1-4492-8D6B-A809998F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212EC-0A8E-4E2D-8310-5356E043A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CB1A1-A120-4EF6-886A-C57950131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DEFC-EEE3-42B8-A278-D7D69FECCD1F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5C4BE-C998-4979-9620-3545BC255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A3C95-106C-4D4D-A13E-236719E4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FAB-2D86-44A3-B583-E93326459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31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73EFF-3F7E-4BAD-BEDC-299D02D76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E1122-8C70-4DD8-8E0D-842DB5B9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41F49-6A90-40B5-9D73-2570E424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BDEFC-EEE3-42B8-A278-D7D69FECCD1F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8E5F5-09BE-4CBF-A240-515E6138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BB375-2DD2-417D-B94C-D2CCB78C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51FAB-2D86-44A3-B583-E93326459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40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White and Colour">
    <p:bg>
      <p:bgPr>
        <a:blipFill dpi="0" rotWithShape="1">
          <a:blip r:embed="rId2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22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Colour and Image">
    <p:bg>
      <p:bgPr>
        <a:blipFill dpi="0" rotWithShape="1">
          <a:blip r:embed="rId2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7611533" y="-4233"/>
            <a:ext cx="4580467" cy="6862233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56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White and Image">
    <p:bg>
      <p:bgPr>
        <a:blipFill dpi="0" rotWithShape="1">
          <a:blip r:embed="rId2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7611533" y="-4233"/>
            <a:ext cx="4580467" cy="6862233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00" y="2131200"/>
            <a:ext cx="7012800" cy="1468800"/>
          </a:xfrm>
        </p:spPr>
        <p:txBody>
          <a:bodyPr anchor="b"/>
          <a:lstStyle>
            <a:lvl1pPr algn="l">
              <a:defRPr sz="5867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400" y="3602037"/>
            <a:ext cx="7012800" cy="1752000"/>
          </a:xfrm>
        </p:spPr>
        <p:txBody>
          <a:bodyPr>
            <a:normAutofit/>
          </a:bodyPr>
          <a:lstStyle>
            <a:lvl1pPr marL="0" indent="0" algn="l">
              <a:buNone/>
              <a:defRPr sz="2667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320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D9034-5C42-4C40-9349-0191FE14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07EB0-6F92-4FFB-A10B-EEB4F29BC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DF774-B803-4918-B0AC-35D94A83F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BDEFC-EEE3-42B8-A278-D7D69FECCD1F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0E93B-1D71-4EA2-829B-C5565DD82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C9F0E-FD6C-4C19-AFC4-FB059A9AF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51FAB-2D86-44A3-B583-E933264592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639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90F5B5FE-307B-9CF2-AAAF-9F542CBF8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0549" y="4432481"/>
            <a:ext cx="5505451" cy="1301195"/>
          </a:xfrm>
        </p:spPr>
        <p:txBody>
          <a:bodyPr/>
          <a:lstStyle/>
          <a:p>
            <a:pPr algn="ctr"/>
            <a:r>
              <a:rPr lang="en-GB" sz="4267" dirty="0" err="1">
                <a:latin typeface="Candara" panose="020E0502030303020204" pitchFamily="34" charset="0"/>
              </a:rPr>
              <a:t>Dr.</a:t>
            </a:r>
            <a:r>
              <a:rPr lang="en-GB" sz="4267" dirty="0">
                <a:latin typeface="Candara" panose="020E0502030303020204" pitchFamily="34" charset="0"/>
              </a:rPr>
              <a:t> Sana Belguith</a:t>
            </a:r>
          </a:p>
          <a:p>
            <a:pPr algn="ctr"/>
            <a:endParaRPr lang="en-GB" sz="4267" dirty="0">
              <a:latin typeface="Candara" panose="020E0502030303020204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8041D3B-EB65-42B9-B5FC-BD8CF7A0FEEB}"/>
              </a:ext>
            </a:extLst>
          </p:cNvPr>
          <p:cNvSpPr txBox="1">
            <a:spLocks/>
          </p:cNvSpPr>
          <p:nvPr/>
        </p:nvSpPr>
        <p:spPr>
          <a:xfrm>
            <a:off x="1602112" y="1865849"/>
            <a:ext cx="5505451" cy="1301195"/>
          </a:xfrm>
          <a:prstGeom prst="rect">
            <a:avLst/>
          </a:prstGeom>
        </p:spPr>
        <p:txBody>
          <a:bodyPr vert="horz" lIns="121920" tIns="60960" rIns="121920" bIns="6096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Security</a:t>
            </a:r>
          </a:p>
          <a:p>
            <a:pPr algn="ctr"/>
            <a:endParaRPr lang="en-GB" sz="4267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24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4D8D26-B133-4846-8DD0-D46F81284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0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Rootkit</a:t>
            </a:r>
            <a:endParaRPr lang="en-GB" sz="50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385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CAEB3F-F769-4A41-891A-E499BC14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6" y="76891"/>
            <a:ext cx="10515600" cy="817632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45283B-F11B-4FFE-892C-4D11C2ED8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attacker a permanent root access to a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 its presence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 from filesystem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 its activity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Steal information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remote code execution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83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9D63-739A-4F4E-A545-6B99458AF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76891"/>
            <a:ext cx="10515600" cy="1036292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attacker steps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352E8-6349-4C9E-88BF-68FB2855C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intrusion (e.g. exploit remote execution)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remote access (e.g. reverse shell)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Privilege escalation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the malicious payload (our rootkit)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rootkit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malicious action on command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Steal data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etc…</a:t>
            </a:r>
          </a:p>
        </p:txBody>
      </p:sp>
    </p:spTree>
    <p:extLst>
      <p:ext uri="{BB962C8B-B14F-4D97-AF65-F5344CB8AC3E}">
        <p14:creationId xmlns:p14="http://schemas.microsoft.com/office/powerpoint/2010/main" val="129483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4192DB-8FDD-4EB1-A0E8-2F990B443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rootkit</a:t>
            </a: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578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AF798E-A925-499C-A6D7-56B92C949B2A}"/>
              </a:ext>
            </a:extLst>
          </p:cNvPr>
          <p:cNvSpPr/>
          <p:nvPr/>
        </p:nvSpPr>
        <p:spPr>
          <a:xfrm>
            <a:off x="3125608" y="1925284"/>
            <a:ext cx="3793553" cy="92974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EBC1484-9C76-4B83-AA51-376AB66F6091}"/>
              </a:ext>
            </a:extLst>
          </p:cNvPr>
          <p:cNvSpPr/>
          <p:nvPr/>
        </p:nvSpPr>
        <p:spPr>
          <a:xfrm>
            <a:off x="2809843" y="1925284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0B57A-F727-490A-982C-584D18819401}"/>
              </a:ext>
            </a:extLst>
          </p:cNvPr>
          <p:cNvSpPr txBox="1"/>
          <p:nvPr/>
        </p:nvSpPr>
        <p:spPr>
          <a:xfrm>
            <a:off x="1375831" y="2190103"/>
            <a:ext cx="130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11EA2B-932F-4C85-8C6B-6C165F4EBC38}"/>
              </a:ext>
            </a:extLst>
          </p:cNvPr>
          <p:cNvSpPr/>
          <p:nvPr/>
        </p:nvSpPr>
        <p:spPr>
          <a:xfrm>
            <a:off x="3125608" y="3001222"/>
            <a:ext cx="3793553" cy="92974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36BA0E7-897C-4E2D-8118-2A2335CD0867}"/>
              </a:ext>
            </a:extLst>
          </p:cNvPr>
          <p:cNvSpPr/>
          <p:nvPr/>
        </p:nvSpPr>
        <p:spPr>
          <a:xfrm>
            <a:off x="2809843" y="3001222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792B0-CBD7-49BC-A4AB-8524D4D237AF}"/>
              </a:ext>
            </a:extLst>
          </p:cNvPr>
          <p:cNvSpPr txBox="1"/>
          <p:nvPr/>
        </p:nvSpPr>
        <p:spPr>
          <a:xfrm>
            <a:off x="1269232" y="3266042"/>
            <a:ext cx="1515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BC8608-ABD5-436C-A3F9-18BD6B472F03}"/>
              </a:ext>
            </a:extLst>
          </p:cNvPr>
          <p:cNvSpPr/>
          <p:nvPr/>
        </p:nvSpPr>
        <p:spPr>
          <a:xfrm>
            <a:off x="3125608" y="5153096"/>
            <a:ext cx="3793553" cy="929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7927A76B-21E6-44B0-B4CE-E516A8092A49}"/>
              </a:ext>
            </a:extLst>
          </p:cNvPr>
          <p:cNvSpPr/>
          <p:nvPr/>
        </p:nvSpPr>
        <p:spPr>
          <a:xfrm>
            <a:off x="5651721" y="2613824"/>
            <a:ext cx="96483" cy="48241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4" name="Arrow: Up-Down 23">
            <a:extLst>
              <a:ext uri="{FF2B5EF4-FFF2-40B4-BE49-F238E27FC236}">
                <a16:creationId xmlns:a16="http://schemas.microsoft.com/office/drawing/2014/main" id="{EC2C9702-1F04-4CC4-9884-F7BFF1C7AB52}"/>
              </a:ext>
            </a:extLst>
          </p:cNvPr>
          <p:cNvSpPr/>
          <p:nvPr/>
        </p:nvSpPr>
        <p:spPr>
          <a:xfrm>
            <a:off x="5651721" y="3804520"/>
            <a:ext cx="96483" cy="147502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2E30976-63E9-F2F7-8D64-D82FCAC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6" y="41018"/>
            <a:ext cx="10515600" cy="866374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Rootkit high-level understanding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D5E5FC-D3EA-4A2F-9D41-88B0E4A23508}"/>
              </a:ext>
            </a:extLst>
          </p:cNvPr>
          <p:cNvSpPr txBox="1"/>
          <p:nvPr/>
        </p:nvSpPr>
        <p:spPr>
          <a:xfrm>
            <a:off x="7019047" y="2128548"/>
            <a:ext cx="4759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what user interact with exists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95B369-38C4-734C-7E6D-59D623770D31}"/>
              </a:ext>
            </a:extLst>
          </p:cNvPr>
          <p:cNvSpPr txBox="1"/>
          <p:nvPr/>
        </p:nvSpPr>
        <p:spPr>
          <a:xfrm>
            <a:off x="7019047" y="3195078"/>
            <a:ext cx="4527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hardware can be controlled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45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542B4-E4E1-4DA0-A326-3413F289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6" y="18033"/>
            <a:ext cx="10515600" cy="808757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Rootkit high-level understanding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AF798E-A925-499C-A6D7-56B92C949B2A}"/>
              </a:ext>
            </a:extLst>
          </p:cNvPr>
          <p:cNvSpPr/>
          <p:nvPr/>
        </p:nvSpPr>
        <p:spPr>
          <a:xfrm>
            <a:off x="5441425" y="1925284"/>
            <a:ext cx="3793553" cy="92974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EBC1484-9C76-4B83-AA51-376AB66F6091}"/>
              </a:ext>
            </a:extLst>
          </p:cNvPr>
          <p:cNvSpPr/>
          <p:nvPr/>
        </p:nvSpPr>
        <p:spPr>
          <a:xfrm>
            <a:off x="5125660" y="1925284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0B57A-F727-490A-982C-584D18819401}"/>
              </a:ext>
            </a:extLst>
          </p:cNvPr>
          <p:cNvSpPr txBox="1"/>
          <p:nvPr/>
        </p:nvSpPr>
        <p:spPr>
          <a:xfrm>
            <a:off x="3696298" y="2190103"/>
            <a:ext cx="130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11EA2B-932F-4C85-8C6B-6C165F4EBC38}"/>
              </a:ext>
            </a:extLst>
          </p:cNvPr>
          <p:cNvSpPr/>
          <p:nvPr/>
        </p:nvSpPr>
        <p:spPr>
          <a:xfrm>
            <a:off x="5441425" y="3001222"/>
            <a:ext cx="3793553" cy="92974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36BA0E7-897C-4E2D-8118-2A2335CD0867}"/>
              </a:ext>
            </a:extLst>
          </p:cNvPr>
          <p:cNvSpPr/>
          <p:nvPr/>
        </p:nvSpPr>
        <p:spPr>
          <a:xfrm>
            <a:off x="5125660" y="3001222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792B0-CBD7-49BC-A4AB-8524D4D237AF}"/>
              </a:ext>
            </a:extLst>
          </p:cNvPr>
          <p:cNvSpPr txBox="1"/>
          <p:nvPr/>
        </p:nvSpPr>
        <p:spPr>
          <a:xfrm>
            <a:off x="3585049" y="3266042"/>
            <a:ext cx="1515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56CF06-0B53-4B01-9F90-F427A51C5EED}"/>
              </a:ext>
            </a:extLst>
          </p:cNvPr>
          <p:cNvSpPr/>
          <p:nvPr/>
        </p:nvSpPr>
        <p:spPr>
          <a:xfrm>
            <a:off x="5441425" y="4077159"/>
            <a:ext cx="3793553" cy="9297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layer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BC8608-ABD5-436C-A3F9-18BD6B472F03}"/>
              </a:ext>
            </a:extLst>
          </p:cNvPr>
          <p:cNvSpPr/>
          <p:nvPr/>
        </p:nvSpPr>
        <p:spPr>
          <a:xfrm>
            <a:off x="5441425" y="5153096"/>
            <a:ext cx="3793553" cy="929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7927A76B-21E6-44B0-B4CE-E516A8092A49}"/>
              </a:ext>
            </a:extLst>
          </p:cNvPr>
          <p:cNvSpPr/>
          <p:nvPr/>
        </p:nvSpPr>
        <p:spPr>
          <a:xfrm>
            <a:off x="7967536" y="2697152"/>
            <a:ext cx="96483" cy="48241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4" name="Arrow: Up-Down 23">
            <a:extLst>
              <a:ext uri="{FF2B5EF4-FFF2-40B4-BE49-F238E27FC236}">
                <a16:creationId xmlns:a16="http://schemas.microsoft.com/office/drawing/2014/main" id="{EC2C9702-1F04-4CC4-9884-F7BFF1C7AB52}"/>
              </a:ext>
            </a:extLst>
          </p:cNvPr>
          <p:cNvSpPr/>
          <p:nvPr/>
        </p:nvSpPr>
        <p:spPr>
          <a:xfrm>
            <a:off x="7967538" y="3804520"/>
            <a:ext cx="96483" cy="147502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E02984-8790-4E75-85B9-7117F59797B7}"/>
              </a:ext>
            </a:extLst>
          </p:cNvPr>
          <p:cNvSpPr txBox="1"/>
          <p:nvPr/>
        </p:nvSpPr>
        <p:spPr>
          <a:xfrm>
            <a:off x="556591" y="4341981"/>
            <a:ext cx="5174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virtual machine are managed (optional)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85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542B4-E4E1-4DA0-A326-3413F289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7" y="38231"/>
            <a:ext cx="10515600" cy="929749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Rootkit high-level understanding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AF798E-A925-499C-A6D7-56B92C949B2A}"/>
              </a:ext>
            </a:extLst>
          </p:cNvPr>
          <p:cNvSpPr/>
          <p:nvPr/>
        </p:nvSpPr>
        <p:spPr>
          <a:xfrm>
            <a:off x="3920738" y="1925284"/>
            <a:ext cx="4174278" cy="92974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EBC1484-9C76-4B83-AA51-376AB66F6091}"/>
              </a:ext>
            </a:extLst>
          </p:cNvPr>
          <p:cNvSpPr/>
          <p:nvPr/>
        </p:nvSpPr>
        <p:spPr>
          <a:xfrm>
            <a:off x="3604973" y="1925284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0B57A-F727-490A-982C-584D18819401}"/>
              </a:ext>
            </a:extLst>
          </p:cNvPr>
          <p:cNvSpPr txBox="1"/>
          <p:nvPr/>
        </p:nvSpPr>
        <p:spPr>
          <a:xfrm>
            <a:off x="2064362" y="2190105"/>
            <a:ext cx="130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11EA2B-932F-4C85-8C6B-6C165F4EBC38}"/>
              </a:ext>
            </a:extLst>
          </p:cNvPr>
          <p:cNvSpPr/>
          <p:nvPr/>
        </p:nvSpPr>
        <p:spPr>
          <a:xfrm>
            <a:off x="3920738" y="3001222"/>
            <a:ext cx="4174278" cy="92974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36BA0E7-897C-4E2D-8118-2A2335CD0867}"/>
              </a:ext>
            </a:extLst>
          </p:cNvPr>
          <p:cNvSpPr/>
          <p:nvPr/>
        </p:nvSpPr>
        <p:spPr>
          <a:xfrm>
            <a:off x="3604973" y="3001222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792B0-CBD7-49BC-A4AB-8524D4D237AF}"/>
              </a:ext>
            </a:extLst>
          </p:cNvPr>
          <p:cNvSpPr txBox="1"/>
          <p:nvPr/>
        </p:nvSpPr>
        <p:spPr>
          <a:xfrm>
            <a:off x="1976886" y="3266041"/>
            <a:ext cx="1515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BC8608-ABD5-436C-A3F9-18BD6B472F03}"/>
              </a:ext>
            </a:extLst>
          </p:cNvPr>
          <p:cNvSpPr/>
          <p:nvPr/>
        </p:nvSpPr>
        <p:spPr>
          <a:xfrm>
            <a:off x="3920738" y="5153096"/>
            <a:ext cx="4174278" cy="929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7927A76B-21E6-44B0-B4CE-E516A8092A49}"/>
              </a:ext>
            </a:extLst>
          </p:cNvPr>
          <p:cNvSpPr/>
          <p:nvPr/>
        </p:nvSpPr>
        <p:spPr>
          <a:xfrm>
            <a:off x="6446849" y="2697152"/>
            <a:ext cx="96483" cy="48241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4" name="Arrow: Up-Down 23">
            <a:extLst>
              <a:ext uri="{FF2B5EF4-FFF2-40B4-BE49-F238E27FC236}">
                <a16:creationId xmlns:a16="http://schemas.microsoft.com/office/drawing/2014/main" id="{EC2C9702-1F04-4CC4-9884-F7BFF1C7AB52}"/>
              </a:ext>
            </a:extLst>
          </p:cNvPr>
          <p:cNvSpPr/>
          <p:nvPr/>
        </p:nvSpPr>
        <p:spPr>
          <a:xfrm>
            <a:off x="6446851" y="3804520"/>
            <a:ext cx="96483" cy="147502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C2724E-AB55-4967-843D-C38966AB58A1}"/>
              </a:ext>
            </a:extLst>
          </p:cNvPr>
          <p:cNvSpPr/>
          <p:nvPr/>
        </p:nvSpPr>
        <p:spPr>
          <a:xfrm>
            <a:off x="6731091" y="3537729"/>
            <a:ext cx="1363925" cy="39324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rootkit</a:t>
            </a:r>
            <a:endParaRPr lang="en-GB" sz="2400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DAE2C522-F582-413D-8575-6A42BEF9B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981" y="2992378"/>
            <a:ext cx="568276" cy="6052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06CB39-8D33-4986-BA8D-9241B8E8ECB5}"/>
              </a:ext>
            </a:extLst>
          </p:cNvPr>
          <p:cNvSpPr txBox="1"/>
          <p:nvPr/>
        </p:nvSpPr>
        <p:spPr>
          <a:xfrm>
            <a:off x="8095016" y="3266041"/>
            <a:ext cx="3939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hide malicious file/process etc.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356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AF798E-A925-499C-A6D7-56B92C949B2A}"/>
              </a:ext>
            </a:extLst>
          </p:cNvPr>
          <p:cNvSpPr/>
          <p:nvPr/>
        </p:nvSpPr>
        <p:spPr>
          <a:xfrm>
            <a:off x="3920738" y="1925284"/>
            <a:ext cx="4289125" cy="92974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EBC1484-9C76-4B83-AA51-376AB66F6091}"/>
              </a:ext>
            </a:extLst>
          </p:cNvPr>
          <p:cNvSpPr/>
          <p:nvPr/>
        </p:nvSpPr>
        <p:spPr>
          <a:xfrm>
            <a:off x="3604973" y="1925284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0B57A-F727-490A-982C-584D18819401}"/>
              </a:ext>
            </a:extLst>
          </p:cNvPr>
          <p:cNvSpPr txBox="1"/>
          <p:nvPr/>
        </p:nvSpPr>
        <p:spPr>
          <a:xfrm>
            <a:off x="2064362" y="2190105"/>
            <a:ext cx="130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11EA2B-932F-4C85-8C6B-6C165F4EBC38}"/>
              </a:ext>
            </a:extLst>
          </p:cNvPr>
          <p:cNvSpPr/>
          <p:nvPr/>
        </p:nvSpPr>
        <p:spPr>
          <a:xfrm>
            <a:off x="3920738" y="3001222"/>
            <a:ext cx="4289125" cy="92974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36BA0E7-897C-4E2D-8118-2A2335CD0867}"/>
              </a:ext>
            </a:extLst>
          </p:cNvPr>
          <p:cNvSpPr/>
          <p:nvPr/>
        </p:nvSpPr>
        <p:spPr>
          <a:xfrm>
            <a:off x="3604973" y="3001222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792B0-CBD7-49BC-A4AB-8524D4D237AF}"/>
              </a:ext>
            </a:extLst>
          </p:cNvPr>
          <p:cNvSpPr txBox="1"/>
          <p:nvPr/>
        </p:nvSpPr>
        <p:spPr>
          <a:xfrm>
            <a:off x="2064362" y="3266042"/>
            <a:ext cx="1515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BC8608-ABD5-436C-A3F9-18BD6B472F03}"/>
              </a:ext>
            </a:extLst>
          </p:cNvPr>
          <p:cNvSpPr/>
          <p:nvPr/>
        </p:nvSpPr>
        <p:spPr>
          <a:xfrm>
            <a:off x="3920738" y="5153096"/>
            <a:ext cx="4271585" cy="929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7927A76B-21E6-44B0-B4CE-E516A8092A49}"/>
              </a:ext>
            </a:extLst>
          </p:cNvPr>
          <p:cNvSpPr/>
          <p:nvPr/>
        </p:nvSpPr>
        <p:spPr>
          <a:xfrm>
            <a:off x="6446849" y="2697152"/>
            <a:ext cx="96483" cy="48241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4" name="Arrow: Up-Down 23">
            <a:extLst>
              <a:ext uri="{FF2B5EF4-FFF2-40B4-BE49-F238E27FC236}">
                <a16:creationId xmlns:a16="http://schemas.microsoft.com/office/drawing/2014/main" id="{EC2C9702-1F04-4CC4-9884-F7BFF1C7AB52}"/>
              </a:ext>
            </a:extLst>
          </p:cNvPr>
          <p:cNvSpPr/>
          <p:nvPr/>
        </p:nvSpPr>
        <p:spPr>
          <a:xfrm>
            <a:off x="6446851" y="3804520"/>
            <a:ext cx="96483" cy="147502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C2724E-AB55-4967-843D-C38966AB58A1}"/>
              </a:ext>
            </a:extLst>
          </p:cNvPr>
          <p:cNvSpPr/>
          <p:nvPr/>
        </p:nvSpPr>
        <p:spPr>
          <a:xfrm>
            <a:off x="6845938" y="3537730"/>
            <a:ext cx="1363925" cy="39324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rootkit</a:t>
            </a:r>
            <a:endParaRPr lang="en-GB" sz="2400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DAE2C522-F582-413D-8575-6A42BEF9B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069" y="2982216"/>
            <a:ext cx="568276" cy="605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3F47F3-21B0-43AF-9462-D4A80E463CA3}"/>
              </a:ext>
            </a:extLst>
          </p:cNvPr>
          <p:cNvSpPr txBox="1"/>
          <p:nvPr/>
        </p:nvSpPr>
        <p:spPr>
          <a:xfrm>
            <a:off x="8432982" y="2159325"/>
            <a:ext cx="1162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ls</a:t>
            </a:r>
            <a:endParaRPr lang="en-GB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6A1100-E026-401A-A1E2-40AFCD1A6132}"/>
              </a:ext>
            </a:extLst>
          </p:cNvPr>
          <p:cNvCxnSpPr>
            <a:cxnSpLocks/>
          </p:cNvCxnSpPr>
          <p:nvPr/>
        </p:nvCxnSpPr>
        <p:spPr>
          <a:xfrm>
            <a:off x="8995026" y="2707604"/>
            <a:ext cx="0" cy="396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394C116-D2F7-4495-B309-E8F1E90291C5}"/>
              </a:ext>
            </a:extLst>
          </p:cNvPr>
          <p:cNvSpPr txBox="1"/>
          <p:nvPr/>
        </p:nvSpPr>
        <p:spPr>
          <a:xfrm>
            <a:off x="8457407" y="3089627"/>
            <a:ext cx="1275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getdents</a:t>
            </a:r>
            <a:endParaRPr lang="en-GB" sz="24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CEEA589-3421-E669-412C-2D79DACC0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71"/>
            <a:ext cx="10515600" cy="897145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Rootkit high-level understanding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126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AF798E-A925-499C-A6D7-56B92C949B2A}"/>
              </a:ext>
            </a:extLst>
          </p:cNvPr>
          <p:cNvSpPr/>
          <p:nvPr/>
        </p:nvSpPr>
        <p:spPr>
          <a:xfrm>
            <a:off x="3002450" y="1925284"/>
            <a:ext cx="4711841" cy="92974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EBC1484-9C76-4B83-AA51-376AB66F6091}"/>
              </a:ext>
            </a:extLst>
          </p:cNvPr>
          <p:cNvSpPr/>
          <p:nvPr/>
        </p:nvSpPr>
        <p:spPr>
          <a:xfrm>
            <a:off x="2510401" y="1925282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0B57A-F727-490A-982C-584D18819401}"/>
              </a:ext>
            </a:extLst>
          </p:cNvPr>
          <p:cNvSpPr txBox="1"/>
          <p:nvPr/>
        </p:nvSpPr>
        <p:spPr>
          <a:xfrm>
            <a:off x="969790" y="2190103"/>
            <a:ext cx="130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11EA2B-932F-4C85-8C6B-6C165F4EBC38}"/>
              </a:ext>
            </a:extLst>
          </p:cNvPr>
          <p:cNvSpPr/>
          <p:nvPr/>
        </p:nvSpPr>
        <p:spPr>
          <a:xfrm>
            <a:off x="3002450" y="3001222"/>
            <a:ext cx="4711841" cy="92974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36BA0E7-897C-4E2D-8118-2A2335CD0867}"/>
              </a:ext>
            </a:extLst>
          </p:cNvPr>
          <p:cNvSpPr/>
          <p:nvPr/>
        </p:nvSpPr>
        <p:spPr>
          <a:xfrm>
            <a:off x="2510401" y="3001220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792B0-CBD7-49BC-A4AB-8524D4D237AF}"/>
              </a:ext>
            </a:extLst>
          </p:cNvPr>
          <p:cNvSpPr txBox="1"/>
          <p:nvPr/>
        </p:nvSpPr>
        <p:spPr>
          <a:xfrm>
            <a:off x="969790" y="3266040"/>
            <a:ext cx="1515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BC8608-ABD5-436C-A3F9-18BD6B472F03}"/>
              </a:ext>
            </a:extLst>
          </p:cNvPr>
          <p:cNvSpPr/>
          <p:nvPr/>
        </p:nvSpPr>
        <p:spPr>
          <a:xfrm>
            <a:off x="3002450" y="5153096"/>
            <a:ext cx="4711841" cy="929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7927A76B-21E6-44B0-B4CE-E516A8092A49}"/>
              </a:ext>
            </a:extLst>
          </p:cNvPr>
          <p:cNvSpPr/>
          <p:nvPr/>
        </p:nvSpPr>
        <p:spPr>
          <a:xfrm>
            <a:off x="6446849" y="2697152"/>
            <a:ext cx="96483" cy="48241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4" name="Arrow: Up-Down 23">
            <a:extLst>
              <a:ext uri="{FF2B5EF4-FFF2-40B4-BE49-F238E27FC236}">
                <a16:creationId xmlns:a16="http://schemas.microsoft.com/office/drawing/2014/main" id="{EC2C9702-1F04-4CC4-9884-F7BFF1C7AB52}"/>
              </a:ext>
            </a:extLst>
          </p:cNvPr>
          <p:cNvSpPr/>
          <p:nvPr/>
        </p:nvSpPr>
        <p:spPr>
          <a:xfrm>
            <a:off x="6446851" y="4077158"/>
            <a:ext cx="96481" cy="1202389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C2724E-AB55-4967-843D-C38966AB58A1}"/>
              </a:ext>
            </a:extLst>
          </p:cNvPr>
          <p:cNvSpPr/>
          <p:nvPr/>
        </p:nvSpPr>
        <p:spPr>
          <a:xfrm>
            <a:off x="6350366" y="3527879"/>
            <a:ext cx="1363925" cy="39324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rootkit</a:t>
            </a:r>
            <a:endParaRPr lang="en-GB" sz="2400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DAE2C522-F582-413D-8575-6A42BEF9B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869" y="3001220"/>
            <a:ext cx="568276" cy="605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3F47F3-21B0-43AF-9462-D4A80E463CA3}"/>
              </a:ext>
            </a:extLst>
          </p:cNvPr>
          <p:cNvSpPr txBox="1"/>
          <p:nvPr/>
        </p:nvSpPr>
        <p:spPr>
          <a:xfrm>
            <a:off x="8192323" y="2118252"/>
            <a:ext cx="1162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ls</a:t>
            </a:r>
            <a:endParaRPr lang="en-GB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6A1100-E026-401A-A1E2-40AFCD1A6132}"/>
              </a:ext>
            </a:extLst>
          </p:cNvPr>
          <p:cNvCxnSpPr/>
          <p:nvPr/>
        </p:nvCxnSpPr>
        <p:spPr>
          <a:xfrm>
            <a:off x="8328276" y="2653295"/>
            <a:ext cx="0" cy="657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394C116-D2F7-4495-B309-E8F1E90291C5}"/>
              </a:ext>
            </a:extLst>
          </p:cNvPr>
          <p:cNvSpPr txBox="1"/>
          <p:nvPr/>
        </p:nvSpPr>
        <p:spPr>
          <a:xfrm>
            <a:off x="8446689" y="3001222"/>
            <a:ext cx="2508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Overrides</a:t>
            </a:r>
            <a:r>
              <a:rPr lang="en-US" sz="2400" dirty="0"/>
              <a:t> </a:t>
            </a:r>
            <a:r>
              <a:rPr lang="en-US" sz="2400" dirty="0" err="1"/>
              <a:t>getdents</a:t>
            </a:r>
            <a:r>
              <a:rPr lang="en-US" sz="2400" dirty="0"/>
              <a:t>*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7F81B2-3B88-4F0F-B40A-E7FA44850083}"/>
              </a:ext>
            </a:extLst>
          </p:cNvPr>
          <p:cNvSpPr txBox="1"/>
          <p:nvPr/>
        </p:nvSpPr>
        <p:spPr>
          <a:xfrm>
            <a:off x="8192323" y="3462887"/>
            <a:ext cx="35830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returned value to exclude</a:t>
            </a:r>
            <a:br>
              <a:rPr lang="en-US" sz="2400" dirty="0"/>
            </a:br>
            <a:r>
              <a:rPr lang="en-US" sz="2400" dirty="0"/>
              <a:t>../malicious/</a:t>
            </a:r>
            <a:endParaRPr lang="en-GB" sz="24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C122C6D-773C-E25E-FE14-32ED30F7DD7B}"/>
              </a:ext>
            </a:extLst>
          </p:cNvPr>
          <p:cNvSpPr txBox="1">
            <a:spLocks/>
          </p:cNvSpPr>
          <p:nvPr/>
        </p:nvSpPr>
        <p:spPr>
          <a:xfrm>
            <a:off x="0" y="-1971"/>
            <a:ext cx="10515600" cy="897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Rootkit high-level understanding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3EA764-1F7B-D29B-A45A-037AB1418C6E}"/>
              </a:ext>
            </a:extLst>
          </p:cNvPr>
          <p:cNvSpPr txBox="1"/>
          <p:nvPr/>
        </p:nvSpPr>
        <p:spPr>
          <a:xfrm>
            <a:off x="9043987" y="6488668"/>
            <a:ext cx="2943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*get directory entries</a:t>
            </a:r>
          </a:p>
        </p:txBody>
      </p:sp>
    </p:spTree>
    <p:extLst>
      <p:ext uri="{BB962C8B-B14F-4D97-AF65-F5344CB8AC3E}">
        <p14:creationId xmlns:p14="http://schemas.microsoft.com/office/powerpoint/2010/main" val="114912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AF798E-A925-499C-A6D7-56B92C949B2A}"/>
              </a:ext>
            </a:extLst>
          </p:cNvPr>
          <p:cNvSpPr/>
          <p:nvPr/>
        </p:nvSpPr>
        <p:spPr>
          <a:xfrm>
            <a:off x="2730044" y="1925284"/>
            <a:ext cx="4984247" cy="92974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EBC1484-9C76-4B83-AA51-376AB66F6091}"/>
              </a:ext>
            </a:extLst>
          </p:cNvPr>
          <p:cNvSpPr/>
          <p:nvPr/>
        </p:nvSpPr>
        <p:spPr>
          <a:xfrm>
            <a:off x="2374881" y="1977216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0B57A-F727-490A-982C-584D18819401}"/>
              </a:ext>
            </a:extLst>
          </p:cNvPr>
          <p:cNvSpPr txBox="1"/>
          <p:nvPr/>
        </p:nvSpPr>
        <p:spPr>
          <a:xfrm>
            <a:off x="834270" y="2242037"/>
            <a:ext cx="130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11EA2B-932F-4C85-8C6B-6C165F4EBC38}"/>
              </a:ext>
            </a:extLst>
          </p:cNvPr>
          <p:cNvSpPr/>
          <p:nvPr/>
        </p:nvSpPr>
        <p:spPr>
          <a:xfrm>
            <a:off x="2730044" y="3001222"/>
            <a:ext cx="4984247" cy="92974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36BA0E7-897C-4E2D-8118-2A2335CD0867}"/>
              </a:ext>
            </a:extLst>
          </p:cNvPr>
          <p:cNvSpPr/>
          <p:nvPr/>
        </p:nvSpPr>
        <p:spPr>
          <a:xfrm>
            <a:off x="2374881" y="3053154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792B0-CBD7-49BC-A4AB-8524D4D237AF}"/>
              </a:ext>
            </a:extLst>
          </p:cNvPr>
          <p:cNvSpPr txBox="1"/>
          <p:nvPr/>
        </p:nvSpPr>
        <p:spPr>
          <a:xfrm>
            <a:off x="834270" y="3317974"/>
            <a:ext cx="1515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BC8608-ABD5-436C-A3F9-18BD6B472F03}"/>
              </a:ext>
            </a:extLst>
          </p:cNvPr>
          <p:cNvSpPr/>
          <p:nvPr/>
        </p:nvSpPr>
        <p:spPr>
          <a:xfrm>
            <a:off x="2730044" y="5153096"/>
            <a:ext cx="4984247" cy="929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7927A76B-21E6-44B0-B4CE-E516A8092A49}"/>
              </a:ext>
            </a:extLst>
          </p:cNvPr>
          <p:cNvSpPr/>
          <p:nvPr/>
        </p:nvSpPr>
        <p:spPr>
          <a:xfrm>
            <a:off x="6446849" y="2697152"/>
            <a:ext cx="96483" cy="48241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4" name="Arrow: Up-Down 23">
            <a:extLst>
              <a:ext uri="{FF2B5EF4-FFF2-40B4-BE49-F238E27FC236}">
                <a16:creationId xmlns:a16="http://schemas.microsoft.com/office/drawing/2014/main" id="{EC2C9702-1F04-4CC4-9884-F7BFF1C7AB52}"/>
              </a:ext>
            </a:extLst>
          </p:cNvPr>
          <p:cNvSpPr/>
          <p:nvPr/>
        </p:nvSpPr>
        <p:spPr>
          <a:xfrm>
            <a:off x="6446849" y="3951437"/>
            <a:ext cx="96485" cy="1328110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C2724E-AB55-4967-843D-C38966AB58A1}"/>
              </a:ext>
            </a:extLst>
          </p:cNvPr>
          <p:cNvSpPr/>
          <p:nvPr/>
        </p:nvSpPr>
        <p:spPr>
          <a:xfrm>
            <a:off x="6343890" y="3537730"/>
            <a:ext cx="1363925" cy="39324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rootkit</a:t>
            </a:r>
            <a:endParaRPr lang="en-GB" sz="2400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DAE2C522-F582-413D-8575-6A42BEF9B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253" y="2980756"/>
            <a:ext cx="568276" cy="6052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A2BE182-77A4-4293-BA9B-6CC6A48818DD}"/>
              </a:ext>
            </a:extLst>
          </p:cNvPr>
          <p:cNvSpPr txBox="1"/>
          <p:nvPr/>
        </p:nvSpPr>
        <p:spPr>
          <a:xfrm>
            <a:off x="8114642" y="1773599"/>
            <a:ext cx="40259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anything that could reveal malware presence, e.g.:</a:t>
            </a:r>
          </a:p>
          <a:p>
            <a:pPr marL="0" lvl="1" indent="-380990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</a:p>
          <a:p>
            <a:pPr marL="0" lvl="1" indent="-380990"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380990">
              <a:buFont typeface="Arial" panose="020B0604020202020204" pitchFamily="34" charset="0"/>
              <a:buChar char="•"/>
            </a:pPr>
            <a:r>
              <a:rPr lang="en-GB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lsmod</a:t>
            </a:r>
            <a:endParaRPr lang="en-GB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38099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etc…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an easy mean to obtain root privileges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7B0010-C705-4532-D537-EF1781F81C8F}"/>
              </a:ext>
            </a:extLst>
          </p:cNvPr>
          <p:cNvSpPr txBox="1">
            <a:spLocks/>
          </p:cNvSpPr>
          <p:nvPr/>
        </p:nvSpPr>
        <p:spPr>
          <a:xfrm>
            <a:off x="0" y="-1971"/>
            <a:ext cx="10515600" cy="897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Rootkit high-level understanding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826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AF798E-A925-499C-A6D7-56B92C949B2A}"/>
              </a:ext>
            </a:extLst>
          </p:cNvPr>
          <p:cNvSpPr/>
          <p:nvPr/>
        </p:nvSpPr>
        <p:spPr>
          <a:xfrm>
            <a:off x="2943078" y="1925284"/>
            <a:ext cx="4771214" cy="92974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EBC1484-9C76-4B83-AA51-376AB66F6091}"/>
              </a:ext>
            </a:extLst>
          </p:cNvPr>
          <p:cNvSpPr/>
          <p:nvPr/>
        </p:nvSpPr>
        <p:spPr>
          <a:xfrm>
            <a:off x="2346112" y="1925283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0B57A-F727-490A-982C-584D18819401}"/>
              </a:ext>
            </a:extLst>
          </p:cNvPr>
          <p:cNvSpPr txBox="1"/>
          <p:nvPr/>
        </p:nvSpPr>
        <p:spPr>
          <a:xfrm>
            <a:off x="805501" y="2190104"/>
            <a:ext cx="130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11EA2B-932F-4C85-8C6B-6C165F4EBC38}"/>
              </a:ext>
            </a:extLst>
          </p:cNvPr>
          <p:cNvSpPr/>
          <p:nvPr/>
        </p:nvSpPr>
        <p:spPr>
          <a:xfrm>
            <a:off x="2943078" y="3001222"/>
            <a:ext cx="4771214" cy="92974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36BA0E7-897C-4E2D-8118-2A2335CD0867}"/>
              </a:ext>
            </a:extLst>
          </p:cNvPr>
          <p:cNvSpPr/>
          <p:nvPr/>
        </p:nvSpPr>
        <p:spPr>
          <a:xfrm>
            <a:off x="2346112" y="3001221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792B0-CBD7-49BC-A4AB-8524D4D237AF}"/>
              </a:ext>
            </a:extLst>
          </p:cNvPr>
          <p:cNvSpPr txBox="1"/>
          <p:nvPr/>
        </p:nvSpPr>
        <p:spPr>
          <a:xfrm>
            <a:off x="805501" y="3266041"/>
            <a:ext cx="1515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space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BC8608-ABD5-436C-A3F9-18BD6B472F03}"/>
              </a:ext>
            </a:extLst>
          </p:cNvPr>
          <p:cNvSpPr/>
          <p:nvPr/>
        </p:nvSpPr>
        <p:spPr>
          <a:xfrm>
            <a:off x="2943078" y="5153096"/>
            <a:ext cx="4771214" cy="929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hardware</a:t>
            </a:r>
            <a:endParaRPr lang="en-GB" sz="2400" dirty="0"/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7927A76B-21E6-44B0-B4CE-E516A8092A49}"/>
              </a:ext>
            </a:extLst>
          </p:cNvPr>
          <p:cNvSpPr/>
          <p:nvPr/>
        </p:nvSpPr>
        <p:spPr>
          <a:xfrm>
            <a:off x="6446849" y="2697152"/>
            <a:ext cx="96483" cy="48241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4" name="Arrow: Up-Down 23">
            <a:extLst>
              <a:ext uri="{FF2B5EF4-FFF2-40B4-BE49-F238E27FC236}">
                <a16:creationId xmlns:a16="http://schemas.microsoft.com/office/drawing/2014/main" id="{EC2C9702-1F04-4CC4-9884-F7BFF1C7AB52}"/>
              </a:ext>
            </a:extLst>
          </p:cNvPr>
          <p:cNvSpPr/>
          <p:nvPr/>
        </p:nvSpPr>
        <p:spPr>
          <a:xfrm>
            <a:off x="6446851" y="3804520"/>
            <a:ext cx="96483" cy="147502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C2724E-AB55-4967-843D-C38966AB58A1}"/>
              </a:ext>
            </a:extLst>
          </p:cNvPr>
          <p:cNvSpPr/>
          <p:nvPr/>
        </p:nvSpPr>
        <p:spPr>
          <a:xfrm>
            <a:off x="6310896" y="3358649"/>
            <a:ext cx="1363925" cy="39324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rootkit</a:t>
            </a:r>
            <a:endParaRPr lang="en-GB" sz="2400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DAE2C522-F582-413D-8575-6A42BEF9B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750" y="2912814"/>
            <a:ext cx="568276" cy="6052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A2BE182-77A4-4293-BA9B-6CC6A48818DD}"/>
              </a:ext>
            </a:extLst>
          </p:cNvPr>
          <p:cNvSpPr txBox="1"/>
          <p:nvPr/>
        </p:nvSpPr>
        <p:spPr>
          <a:xfrm>
            <a:off x="7969097" y="1821884"/>
            <a:ext cx="40259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Roughly three techniques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the kernel code;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“Hooking” modify where certain functions point to;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data structure (e.g. active process list)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A414F5A-9450-5291-8E47-8C40CC71BB6E}"/>
              </a:ext>
            </a:extLst>
          </p:cNvPr>
          <p:cNvSpPr txBox="1">
            <a:spLocks/>
          </p:cNvSpPr>
          <p:nvPr/>
        </p:nvSpPr>
        <p:spPr>
          <a:xfrm>
            <a:off x="0" y="-1971"/>
            <a:ext cx="10515600" cy="897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Rootkit high-level understanding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157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490C-79D2-48D9-B8D8-B1925CDE2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7632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rootkit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E9F91-60E5-4646-8756-9AA65E203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rootkit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rootkit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Virtualized rootkit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Bootloader rootkit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firmware rootkit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0721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490C-79D2-48D9-B8D8-B1925CDE2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67936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rootkit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E9F91-60E5-4646-8756-9AA65E203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rootkit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rootkit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Virtualized rootkit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Bootloader rootkit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firmware rootkit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be prevented/detected by going (at least) one layer down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2628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4D8D26-B133-4846-8DD0-D46F81284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Computing Base</a:t>
            </a:r>
            <a:endParaRPr lang="en-GB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51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C84AF9-DA12-456D-A99E-D103E336A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" y="117475"/>
            <a:ext cx="10515600" cy="854075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Surface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7A8436-A8C6-4FCA-A750-0F44252E6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attack surface is all the possible ways for an attacker to compromise a “system”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Users;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Network;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Systems;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Software;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Hardware;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4844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298F-751E-4965-BF45-C1A2E822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10515600" cy="1120775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8CF08-1FF8-4269-8821-4E7145936E90}"/>
              </a:ext>
            </a:extLst>
          </p:cNvPr>
          <p:cNvSpPr/>
          <p:nvPr/>
        </p:nvSpPr>
        <p:spPr>
          <a:xfrm>
            <a:off x="3859338" y="2679608"/>
            <a:ext cx="3521647" cy="1684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53934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298F-751E-4965-BF45-C1A2E822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17476"/>
            <a:ext cx="10515600" cy="76835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8CF08-1FF8-4269-8821-4E7145936E90}"/>
              </a:ext>
            </a:extLst>
          </p:cNvPr>
          <p:cNvSpPr/>
          <p:nvPr/>
        </p:nvSpPr>
        <p:spPr>
          <a:xfrm>
            <a:off x="3859338" y="2679608"/>
            <a:ext cx="3521647" cy="1684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</a:t>
            </a:r>
            <a:endParaRPr lang="en-GB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5CAAAF-B7E4-4DBF-BD8C-BA53FFF6F56D}"/>
              </a:ext>
            </a:extLst>
          </p:cNvPr>
          <p:cNvSpPr/>
          <p:nvPr/>
        </p:nvSpPr>
        <p:spPr>
          <a:xfrm>
            <a:off x="3455861" y="2113865"/>
            <a:ext cx="4249659" cy="2925203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71557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298F-751E-4965-BF45-C1A2E822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117476"/>
            <a:ext cx="10515600" cy="69215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8CF08-1FF8-4269-8821-4E7145936E90}"/>
              </a:ext>
            </a:extLst>
          </p:cNvPr>
          <p:cNvSpPr/>
          <p:nvPr/>
        </p:nvSpPr>
        <p:spPr>
          <a:xfrm>
            <a:off x="3859338" y="2679608"/>
            <a:ext cx="3521647" cy="1684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</a:t>
            </a:r>
            <a:endParaRPr lang="en-GB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5CAAAF-B7E4-4DBF-BD8C-BA53FFF6F56D}"/>
              </a:ext>
            </a:extLst>
          </p:cNvPr>
          <p:cNvSpPr/>
          <p:nvPr/>
        </p:nvSpPr>
        <p:spPr>
          <a:xfrm>
            <a:off x="3455861" y="2113865"/>
            <a:ext cx="4249659" cy="2925203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677B5B0-E782-4EDD-911A-27D63912F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338" y="2679608"/>
            <a:ext cx="1061997" cy="113102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FB166E-C438-4F0D-9ABD-EDC73C8A63DD}"/>
              </a:ext>
            </a:extLst>
          </p:cNvPr>
          <p:cNvCxnSpPr>
            <a:stCxn id="4" idx="3"/>
          </p:cNvCxnSpPr>
          <p:nvPr/>
        </p:nvCxnSpPr>
        <p:spPr>
          <a:xfrm>
            <a:off x="7380985" y="3521645"/>
            <a:ext cx="128059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&quot;Not Allowed&quot; Symbol 8">
            <a:extLst>
              <a:ext uri="{FF2B5EF4-FFF2-40B4-BE49-F238E27FC236}">
                <a16:creationId xmlns:a16="http://schemas.microsoft.com/office/drawing/2014/main" id="{CB83F78D-D611-436E-BDEC-193A6F7E3B80}"/>
              </a:ext>
            </a:extLst>
          </p:cNvPr>
          <p:cNvSpPr/>
          <p:nvPr/>
        </p:nvSpPr>
        <p:spPr>
          <a:xfrm>
            <a:off x="7850245" y="2955903"/>
            <a:ext cx="1170959" cy="1175344"/>
          </a:xfrm>
          <a:prstGeom prst="noSmoking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766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298F-751E-4965-BF45-C1A2E822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58149"/>
            <a:ext cx="10515600" cy="830996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8CF08-1FF8-4269-8821-4E7145936E90}"/>
              </a:ext>
            </a:extLst>
          </p:cNvPr>
          <p:cNvSpPr/>
          <p:nvPr/>
        </p:nvSpPr>
        <p:spPr>
          <a:xfrm>
            <a:off x="3859338" y="2679608"/>
            <a:ext cx="3521647" cy="1684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</a:t>
            </a:r>
            <a:endParaRPr lang="en-GB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5CAAAF-B7E4-4DBF-BD8C-BA53FFF6F56D}"/>
              </a:ext>
            </a:extLst>
          </p:cNvPr>
          <p:cNvSpPr/>
          <p:nvPr/>
        </p:nvSpPr>
        <p:spPr>
          <a:xfrm>
            <a:off x="3455861" y="2113865"/>
            <a:ext cx="4249659" cy="2925203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677B5B0-E782-4EDD-911A-27D63912F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338" y="2679608"/>
            <a:ext cx="1061997" cy="113102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FB166E-C438-4F0D-9ABD-EDC73C8A63DD}"/>
              </a:ext>
            </a:extLst>
          </p:cNvPr>
          <p:cNvCxnSpPr>
            <a:stCxn id="4" idx="3"/>
          </p:cNvCxnSpPr>
          <p:nvPr/>
        </p:nvCxnSpPr>
        <p:spPr>
          <a:xfrm>
            <a:off x="7380985" y="3521645"/>
            <a:ext cx="128059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&quot;Not Allowed&quot; Symbol 8">
            <a:extLst>
              <a:ext uri="{FF2B5EF4-FFF2-40B4-BE49-F238E27FC236}">
                <a16:creationId xmlns:a16="http://schemas.microsoft.com/office/drawing/2014/main" id="{CB83F78D-D611-436E-BDEC-193A6F7E3B80}"/>
              </a:ext>
            </a:extLst>
          </p:cNvPr>
          <p:cNvSpPr/>
          <p:nvPr/>
        </p:nvSpPr>
        <p:spPr>
          <a:xfrm>
            <a:off x="7850245" y="2955903"/>
            <a:ext cx="1170959" cy="1175344"/>
          </a:xfrm>
          <a:prstGeom prst="noSmoking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7A8679-3704-4586-A9B9-0838DECD47E8}"/>
              </a:ext>
            </a:extLst>
          </p:cNvPr>
          <p:cNvSpPr txBox="1"/>
          <p:nvPr/>
        </p:nvSpPr>
        <p:spPr>
          <a:xfrm>
            <a:off x="679770" y="1991069"/>
            <a:ext cx="28693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e.g. Browser Sandbox</a:t>
            </a:r>
          </a:p>
          <a:p>
            <a:r>
              <a:rPr lang="en-US" sz="2400" dirty="0"/>
              <a:t>chrome://sandbox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01396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298F-751E-4965-BF45-C1A2E822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49062"/>
            <a:ext cx="10515600" cy="787742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Execution Environment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8CF08-1FF8-4269-8821-4E7145936E90}"/>
              </a:ext>
            </a:extLst>
          </p:cNvPr>
          <p:cNvSpPr/>
          <p:nvPr/>
        </p:nvSpPr>
        <p:spPr>
          <a:xfrm>
            <a:off x="3859338" y="2679608"/>
            <a:ext cx="3521647" cy="1684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</a:t>
            </a:r>
            <a:endParaRPr lang="en-GB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5CAAAF-B7E4-4DBF-BD8C-BA53FFF6F56D}"/>
              </a:ext>
            </a:extLst>
          </p:cNvPr>
          <p:cNvSpPr/>
          <p:nvPr/>
        </p:nvSpPr>
        <p:spPr>
          <a:xfrm>
            <a:off x="3455861" y="2113865"/>
            <a:ext cx="4249659" cy="2925203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677B5B0-E782-4EDD-911A-27D63912F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894" y="1512189"/>
            <a:ext cx="1061997" cy="113102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FB166E-C438-4F0D-9ABD-EDC73C8A63DD}"/>
              </a:ext>
            </a:extLst>
          </p:cNvPr>
          <p:cNvCxnSpPr>
            <a:cxnSpLocks/>
          </p:cNvCxnSpPr>
          <p:nvPr/>
        </p:nvCxnSpPr>
        <p:spPr>
          <a:xfrm flipH="1">
            <a:off x="7380985" y="3512327"/>
            <a:ext cx="163583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&quot;Not Allowed&quot; Symbol 8">
            <a:extLst>
              <a:ext uri="{FF2B5EF4-FFF2-40B4-BE49-F238E27FC236}">
                <a16:creationId xmlns:a16="http://schemas.microsoft.com/office/drawing/2014/main" id="{CB83F78D-D611-436E-BDEC-193A6F7E3B80}"/>
              </a:ext>
            </a:extLst>
          </p:cNvPr>
          <p:cNvSpPr/>
          <p:nvPr/>
        </p:nvSpPr>
        <p:spPr>
          <a:xfrm>
            <a:off x="7784461" y="2841328"/>
            <a:ext cx="1170959" cy="1175344"/>
          </a:xfrm>
          <a:prstGeom prst="noSmoking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758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298F-751E-4965-BF45-C1A2E822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70457"/>
            <a:ext cx="10515600" cy="787743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Execution Environment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8CF08-1FF8-4269-8821-4E7145936E90}"/>
              </a:ext>
            </a:extLst>
          </p:cNvPr>
          <p:cNvSpPr/>
          <p:nvPr/>
        </p:nvSpPr>
        <p:spPr>
          <a:xfrm>
            <a:off x="3859338" y="2679608"/>
            <a:ext cx="3521647" cy="1684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</a:t>
            </a:r>
            <a:endParaRPr lang="en-GB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5CAAAF-B7E4-4DBF-BD8C-BA53FFF6F56D}"/>
              </a:ext>
            </a:extLst>
          </p:cNvPr>
          <p:cNvSpPr/>
          <p:nvPr/>
        </p:nvSpPr>
        <p:spPr>
          <a:xfrm>
            <a:off x="3455861" y="2113865"/>
            <a:ext cx="4249659" cy="2925203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677B5B0-E782-4EDD-911A-27D63912F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894" y="1512189"/>
            <a:ext cx="1061997" cy="113102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FB166E-C438-4F0D-9ABD-EDC73C8A63DD}"/>
              </a:ext>
            </a:extLst>
          </p:cNvPr>
          <p:cNvCxnSpPr>
            <a:cxnSpLocks/>
          </p:cNvCxnSpPr>
          <p:nvPr/>
        </p:nvCxnSpPr>
        <p:spPr>
          <a:xfrm flipH="1">
            <a:off x="7380985" y="3512327"/>
            <a:ext cx="163583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&quot;Not Allowed&quot; Symbol 8">
            <a:extLst>
              <a:ext uri="{FF2B5EF4-FFF2-40B4-BE49-F238E27FC236}">
                <a16:creationId xmlns:a16="http://schemas.microsoft.com/office/drawing/2014/main" id="{CB83F78D-D611-436E-BDEC-193A6F7E3B80}"/>
              </a:ext>
            </a:extLst>
          </p:cNvPr>
          <p:cNvSpPr/>
          <p:nvPr/>
        </p:nvSpPr>
        <p:spPr>
          <a:xfrm>
            <a:off x="7784461" y="2841328"/>
            <a:ext cx="1170959" cy="1175344"/>
          </a:xfrm>
          <a:prstGeom prst="noSmoking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31BF0-3B23-4702-BBC3-E8C847793AFF}"/>
              </a:ext>
            </a:extLst>
          </p:cNvPr>
          <p:cNvSpPr txBox="1"/>
          <p:nvPr/>
        </p:nvSpPr>
        <p:spPr>
          <a:xfrm>
            <a:off x="679770" y="1991069"/>
            <a:ext cx="22220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e.g. SGX enclave</a:t>
            </a:r>
          </a:p>
          <a:p>
            <a:r>
              <a:rPr lang="en-US" sz="2400" dirty="0"/>
              <a:t>See next slides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76838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D330-2F7C-4286-980E-D550D3549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251"/>
            <a:ext cx="10515600" cy="7507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Computing Base (TCB)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F0FAC-325C-495F-B6AF-16BDA23DD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part of the system do I need to trust in order to achieve my objective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CD7EDF-E0FD-47E8-B246-2759A75D14CA}"/>
              </a:ext>
            </a:extLst>
          </p:cNvPr>
          <p:cNvSpPr/>
          <p:nvPr/>
        </p:nvSpPr>
        <p:spPr>
          <a:xfrm>
            <a:off x="2955902" y="3236581"/>
            <a:ext cx="3521647" cy="1684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</a:t>
            </a:r>
            <a:endParaRPr lang="en-GB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1094A-CE38-49A6-8B38-857FA556EE18}"/>
              </a:ext>
            </a:extLst>
          </p:cNvPr>
          <p:cNvSpPr/>
          <p:nvPr/>
        </p:nvSpPr>
        <p:spPr>
          <a:xfrm>
            <a:off x="2552425" y="2670839"/>
            <a:ext cx="4249659" cy="2925203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6519EF9C-3443-4BC0-9087-27D089224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746" y="2267275"/>
            <a:ext cx="1061997" cy="113102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FCECF4-8D8E-4E3F-B7FE-128FC6C25EFB}"/>
              </a:ext>
            </a:extLst>
          </p:cNvPr>
          <p:cNvCxnSpPr>
            <a:cxnSpLocks/>
          </p:cNvCxnSpPr>
          <p:nvPr/>
        </p:nvCxnSpPr>
        <p:spPr>
          <a:xfrm flipH="1">
            <a:off x="6477549" y="4069300"/>
            <a:ext cx="163583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&quot;Not Allowed&quot; Symbol 7">
            <a:extLst>
              <a:ext uri="{FF2B5EF4-FFF2-40B4-BE49-F238E27FC236}">
                <a16:creationId xmlns:a16="http://schemas.microsoft.com/office/drawing/2014/main" id="{63DBE432-301D-4458-BCD2-210364DD3E80}"/>
              </a:ext>
            </a:extLst>
          </p:cNvPr>
          <p:cNvSpPr/>
          <p:nvPr/>
        </p:nvSpPr>
        <p:spPr>
          <a:xfrm>
            <a:off x="6881025" y="3398301"/>
            <a:ext cx="1170959" cy="1175344"/>
          </a:xfrm>
          <a:prstGeom prst="noSmoking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515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D330-2F7C-4286-980E-D550D3549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789"/>
            <a:ext cx="10515600" cy="853806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Computing Base (TCB)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F0FAC-325C-495F-B6AF-16BDA23DD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part of the system do I need to trust in order to achieve my objective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CD7EDF-E0FD-47E8-B246-2759A75D14CA}"/>
              </a:ext>
            </a:extLst>
          </p:cNvPr>
          <p:cNvSpPr/>
          <p:nvPr/>
        </p:nvSpPr>
        <p:spPr>
          <a:xfrm>
            <a:off x="2955902" y="3236581"/>
            <a:ext cx="3521647" cy="1684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</a:t>
            </a:r>
            <a:endParaRPr lang="en-GB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1094A-CE38-49A6-8B38-857FA556EE18}"/>
              </a:ext>
            </a:extLst>
          </p:cNvPr>
          <p:cNvSpPr/>
          <p:nvPr/>
        </p:nvSpPr>
        <p:spPr>
          <a:xfrm>
            <a:off x="2552425" y="2670839"/>
            <a:ext cx="4249659" cy="2925203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6519EF9C-3443-4BC0-9087-27D089224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746" y="2267275"/>
            <a:ext cx="1061997" cy="113102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FCECF4-8D8E-4E3F-B7FE-128FC6C25EFB}"/>
              </a:ext>
            </a:extLst>
          </p:cNvPr>
          <p:cNvCxnSpPr>
            <a:cxnSpLocks/>
          </p:cNvCxnSpPr>
          <p:nvPr/>
        </p:nvCxnSpPr>
        <p:spPr>
          <a:xfrm flipH="1">
            <a:off x="6477549" y="4069300"/>
            <a:ext cx="163583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&quot;Not Allowed&quot; Symbol 7">
            <a:extLst>
              <a:ext uri="{FF2B5EF4-FFF2-40B4-BE49-F238E27FC236}">
                <a16:creationId xmlns:a16="http://schemas.microsoft.com/office/drawing/2014/main" id="{63DBE432-301D-4458-BCD2-210364DD3E80}"/>
              </a:ext>
            </a:extLst>
          </p:cNvPr>
          <p:cNvSpPr/>
          <p:nvPr/>
        </p:nvSpPr>
        <p:spPr>
          <a:xfrm>
            <a:off x="6881025" y="3398301"/>
            <a:ext cx="1170959" cy="1175344"/>
          </a:xfrm>
          <a:prstGeom prst="noSmoking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1"/>
              </a:solidFill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60FBDE2C-A2A3-4763-8FAA-EA007A0DB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035" y="2985688"/>
            <a:ext cx="886624" cy="88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662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F0FAC-325C-495F-B6AF-16BDA23DD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part of the system do I need to trust in order to achieve my objective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CD7EDF-E0FD-47E8-B246-2759A75D14CA}"/>
              </a:ext>
            </a:extLst>
          </p:cNvPr>
          <p:cNvSpPr/>
          <p:nvPr/>
        </p:nvSpPr>
        <p:spPr>
          <a:xfrm>
            <a:off x="4348919" y="2784863"/>
            <a:ext cx="2352295" cy="1578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</a:t>
            </a:r>
            <a:endParaRPr lang="en-GB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1094A-CE38-49A6-8B38-857FA556EE18}"/>
              </a:ext>
            </a:extLst>
          </p:cNvPr>
          <p:cNvSpPr/>
          <p:nvPr/>
        </p:nvSpPr>
        <p:spPr>
          <a:xfrm>
            <a:off x="4209692" y="2670839"/>
            <a:ext cx="2592392" cy="1806871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60FBDE2C-A2A3-4763-8FAA-EA007A0DB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048" y="2726936"/>
            <a:ext cx="886624" cy="8866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F29F3D-CC6B-4F65-ACD3-88C348CF5EF1}"/>
              </a:ext>
            </a:extLst>
          </p:cNvPr>
          <p:cNvSpPr/>
          <p:nvPr/>
        </p:nvSpPr>
        <p:spPr>
          <a:xfrm>
            <a:off x="1656666" y="2784863"/>
            <a:ext cx="2352295" cy="1578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</a:t>
            </a:r>
            <a:endParaRPr lang="en-GB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23274D-2A49-4089-B813-B24FAF9EF74B}"/>
              </a:ext>
            </a:extLst>
          </p:cNvPr>
          <p:cNvSpPr/>
          <p:nvPr/>
        </p:nvSpPr>
        <p:spPr>
          <a:xfrm>
            <a:off x="7144529" y="2784863"/>
            <a:ext cx="2352295" cy="1578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</a:t>
            </a:r>
            <a:endParaRPr lang="en-GB" sz="2400" dirty="0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6519EF9C-3443-4BC0-9087-27D089224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22" y="2604735"/>
            <a:ext cx="1061997" cy="1131027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AFCA6D17-AE89-4BAF-9485-05FB93867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816" y="2557955"/>
            <a:ext cx="1061997" cy="11310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385A4F-B496-4090-85EB-FDFD13D6EA56}"/>
              </a:ext>
            </a:extLst>
          </p:cNvPr>
          <p:cNvSpPr/>
          <p:nvPr/>
        </p:nvSpPr>
        <p:spPr>
          <a:xfrm>
            <a:off x="1656666" y="4644363"/>
            <a:ext cx="7840157" cy="7925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Operating System</a:t>
            </a:r>
            <a:endParaRPr lang="en-GB" sz="2400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73729FD3-3229-432D-809D-B2D16C3E6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14" y="4294321"/>
            <a:ext cx="1061997" cy="113102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491F0C-B647-429A-BBE8-B87EFB4443FA}"/>
              </a:ext>
            </a:extLst>
          </p:cNvPr>
          <p:cNvSpPr/>
          <p:nvPr/>
        </p:nvSpPr>
        <p:spPr>
          <a:xfrm>
            <a:off x="1656666" y="5560702"/>
            <a:ext cx="7840157" cy="60768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Hardware</a:t>
            </a:r>
            <a:endParaRPr lang="en-GB" sz="2400" dirty="0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733DB0AF-94CF-4EC4-B32E-6CED8866B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340" y="5368525"/>
            <a:ext cx="886624" cy="886624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03B5026-EE00-67A6-49C8-1613E312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961"/>
            <a:ext cx="10515600" cy="901941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Computing Base (TCB)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425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D330-2F7C-4286-980E-D550D3549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64704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Computing Base (TCB)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F0FAC-325C-495F-B6AF-16BDA23DD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part of the system do I need to trust in order to achieve my objective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CD7EDF-E0FD-47E8-B246-2759A75D14CA}"/>
              </a:ext>
            </a:extLst>
          </p:cNvPr>
          <p:cNvSpPr/>
          <p:nvPr/>
        </p:nvSpPr>
        <p:spPr>
          <a:xfrm>
            <a:off x="4348919" y="2784863"/>
            <a:ext cx="2352295" cy="1578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</a:t>
            </a:r>
            <a:endParaRPr lang="en-GB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1094A-CE38-49A6-8B38-857FA556EE18}"/>
              </a:ext>
            </a:extLst>
          </p:cNvPr>
          <p:cNvSpPr/>
          <p:nvPr/>
        </p:nvSpPr>
        <p:spPr>
          <a:xfrm>
            <a:off x="4209692" y="2670839"/>
            <a:ext cx="2592392" cy="1806871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60FBDE2C-A2A3-4763-8FAA-EA007A0DB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048" y="2726936"/>
            <a:ext cx="886624" cy="88662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491F0C-B647-429A-BBE8-B87EFB4443FA}"/>
              </a:ext>
            </a:extLst>
          </p:cNvPr>
          <p:cNvSpPr/>
          <p:nvPr/>
        </p:nvSpPr>
        <p:spPr>
          <a:xfrm>
            <a:off x="1656666" y="5560702"/>
            <a:ext cx="7840157" cy="60768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Hardware</a:t>
            </a:r>
            <a:endParaRPr lang="en-GB" sz="2400" dirty="0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733DB0AF-94CF-4EC4-B32E-6CED8866B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340" y="5368525"/>
            <a:ext cx="886624" cy="88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59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4D8D26-B133-4846-8DD0-D46F81284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0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Platform Module</a:t>
            </a:r>
            <a:endParaRPr lang="en-GB" sz="50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207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B93474-FFA6-4AD4-BF45-87AC7E83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44" y="0"/>
            <a:ext cx="10515600" cy="1095927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TPM (Trusted Platform Module)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86CE86-6784-4E26-86F2-D097BA600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Computing Group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Microsoft, Intel, IBM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Promoting standard for more trusted computing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chip on the motherboard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called TPM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encryption</a:t>
            </a:r>
          </a:p>
          <a:p>
            <a:pPr lvl="1"/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Integrity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protection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and more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0966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127E4-ADCC-412D-89FF-9446B8C4A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4805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B5F2A-3F89-4959-A826-CED97086B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achieve trust if we can verify the system has booted correctly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assume the PC hardware has not been modified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 is in the hardware TPM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monitor the boot process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boot measure by the “Core Root of Trust” (CRTM)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the BIOS, store results in TPM, start the BIOS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BIOS does its job, load the next stage, hash it store in TPM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Root of Trust 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piece of BIOS code that executes on the main processor during the boot process. On a system with a Trusted Platform Module the CRTM is implicitly trusted to bootstrap the process of building a measurement chain for subsequent attestation of other firmware and software that is executed on the computer system.</a:t>
            </a:r>
            <a:endParaRPr lang="en-GB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81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EBEC-72D4-409B-B898-FC353408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483"/>
            <a:ext cx="10515600" cy="73811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Boot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FF6DA5-B88A-45D6-8988-49D5AD1B0BE6}"/>
              </a:ext>
            </a:extLst>
          </p:cNvPr>
          <p:cNvSpPr/>
          <p:nvPr/>
        </p:nvSpPr>
        <p:spPr>
          <a:xfrm>
            <a:off x="4732836" y="4251454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TPM</a:t>
            </a:r>
            <a:endParaRPr lang="en-GB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B129B0-3697-4C01-AF55-36E36A28CFCF}"/>
              </a:ext>
            </a:extLst>
          </p:cNvPr>
          <p:cNvSpPr/>
          <p:nvPr/>
        </p:nvSpPr>
        <p:spPr>
          <a:xfrm>
            <a:off x="1233447" y="2514807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CRTM - BIOS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40167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EBEC-72D4-409B-B898-FC353408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99"/>
            <a:ext cx="10515600" cy="807692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Boot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FF6DA5-B88A-45D6-8988-49D5AD1B0BE6}"/>
              </a:ext>
            </a:extLst>
          </p:cNvPr>
          <p:cNvSpPr/>
          <p:nvPr/>
        </p:nvSpPr>
        <p:spPr>
          <a:xfrm>
            <a:off x="4732836" y="4251454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TPM</a:t>
            </a:r>
            <a:endParaRPr lang="en-GB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B129B0-3697-4C01-AF55-36E36A28CFCF}"/>
              </a:ext>
            </a:extLst>
          </p:cNvPr>
          <p:cNvSpPr/>
          <p:nvPr/>
        </p:nvSpPr>
        <p:spPr>
          <a:xfrm>
            <a:off x="1233447" y="2514807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CRTM - BIOS</a:t>
            </a:r>
            <a:endParaRPr lang="en-GB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D45787-66E3-4139-A326-6C14722474F2}"/>
              </a:ext>
            </a:extLst>
          </p:cNvPr>
          <p:cNvSpPr/>
          <p:nvPr/>
        </p:nvSpPr>
        <p:spPr>
          <a:xfrm>
            <a:off x="4122486" y="2514806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BIOS</a:t>
            </a:r>
            <a:endParaRPr lang="en-GB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324398-B65C-4A51-BC71-7E2E4104C5B4}"/>
              </a:ext>
            </a:extLst>
          </p:cNvPr>
          <p:cNvCxnSpPr>
            <a:cxnSpLocks/>
          </p:cNvCxnSpPr>
          <p:nvPr/>
        </p:nvCxnSpPr>
        <p:spPr>
          <a:xfrm flipH="1">
            <a:off x="3743829" y="2888216"/>
            <a:ext cx="3786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DAE293-5F42-4764-BD67-92DF312656CE}"/>
              </a:ext>
            </a:extLst>
          </p:cNvPr>
          <p:cNvCxnSpPr>
            <a:stCxn id="5" idx="2"/>
            <a:endCxn id="4" idx="1"/>
          </p:cNvCxnSpPr>
          <p:nvPr/>
        </p:nvCxnSpPr>
        <p:spPr>
          <a:xfrm>
            <a:off x="2488638" y="3630533"/>
            <a:ext cx="2244199" cy="1178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E4104D4-E19D-4B67-AD9A-D953394D487C}"/>
              </a:ext>
            </a:extLst>
          </p:cNvPr>
          <p:cNvSpPr txBox="1"/>
          <p:nvPr/>
        </p:nvSpPr>
        <p:spPr>
          <a:xfrm>
            <a:off x="3540741" y="2107244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558CE6-38AA-4FCF-9ACB-2AA846BEDB62}"/>
              </a:ext>
            </a:extLst>
          </p:cNvPr>
          <p:cNvSpPr txBox="1"/>
          <p:nvPr/>
        </p:nvSpPr>
        <p:spPr>
          <a:xfrm>
            <a:off x="2488637" y="4346152"/>
            <a:ext cx="1694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Report hash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73782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EBEC-72D4-409B-B898-FC353408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91267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Boot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FF6DA5-B88A-45D6-8988-49D5AD1B0BE6}"/>
              </a:ext>
            </a:extLst>
          </p:cNvPr>
          <p:cNvSpPr/>
          <p:nvPr/>
        </p:nvSpPr>
        <p:spPr>
          <a:xfrm>
            <a:off x="4732836" y="4251454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TPM</a:t>
            </a:r>
            <a:endParaRPr lang="en-GB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B129B0-3697-4C01-AF55-36E36A28CFCF}"/>
              </a:ext>
            </a:extLst>
          </p:cNvPr>
          <p:cNvSpPr/>
          <p:nvPr/>
        </p:nvSpPr>
        <p:spPr>
          <a:xfrm>
            <a:off x="1233447" y="2514807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CRTM - BIOS</a:t>
            </a:r>
            <a:endParaRPr lang="en-GB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D45787-66E3-4139-A326-6C14722474F2}"/>
              </a:ext>
            </a:extLst>
          </p:cNvPr>
          <p:cNvSpPr/>
          <p:nvPr/>
        </p:nvSpPr>
        <p:spPr>
          <a:xfrm>
            <a:off x="4122486" y="2514806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BIOS</a:t>
            </a:r>
            <a:endParaRPr lang="en-GB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324398-B65C-4A51-BC71-7E2E4104C5B4}"/>
              </a:ext>
            </a:extLst>
          </p:cNvPr>
          <p:cNvCxnSpPr>
            <a:cxnSpLocks/>
          </p:cNvCxnSpPr>
          <p:nvPr/>
        </p:nvCxnSpPr>
        <p:spPr>
          <a:xfrm flipH="1">
            <a:off x="3743829" y="2888216"/>
            <a:ext cx="3786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DAE293-5F42-4764-BD67-92DF312656CE}"/>
              </a:ext>
            </a:extLst>
          </p:cNvPr>
          <p:cNvCxnSpPr>
            <a:stCxn id="5" idx="2"/>
            <a:endCxn id="4" idx="1"/>
          </p:cNvCxnSpPr>
          <p:nvPr/>
        </p:nvCxnSpPr>
        <p:spPr>
          <a:xfrm>
            <a:off x="2488638" y="3630533"/>
            <a:ext cx="2244199" cy="1178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E4104D4-E19D-4B67-AD9A-D953394D487C}"/>
              </a:ext>
            </a:extLst>
          </p:cNvPr>
          <p:cNvSpPr txBox="1"/>
          <p:nvPr/>
        </p:nvSpPr>
        <p:spPr>
          <a:xfrm>
            <a:off x="3540741" y="2107244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558CE6-38AA-4FCF-9ACB-2AA846BEDB62}"/>
              </a:ext>
            </a:extLst>
          </p:cNvPr>
          <p:cNvSpPr txBox="1"/>
          <p:nvPr/>
        </p:nvSpPr>
        <p:spPr>
          <a:xfrm>
            <a:off x="2488637" y="4346152"/>
            <a:ext cx="1694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Report hash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AE6270-A8D7-42F9-8304-0B212DA64894}"/>
              </a:ext>
            </a:extLst>
          </p:cNvPr>
          <p:cNvSpPr txBox="1"/>
          <p:nvPr/>
        </p:nvSpPr>
        <p:spPr>
          <a:xfrm>
            <a:off x="3370808" y="3619761"/>
            <a:ext cx="1290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Hand-off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90555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EBEC-72D4-409B-B898-FC353408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1"/>
            <a:ext cx="10515600" cy="82561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Boot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FF6DA5-B88A-45D6-8988-49D5AD1B0BE6}"/>
              </a:ext>
            </a:extLst>
          </p:cNvPr>
          <p:cNvSpPr/>
          <p:nvPr/>
        </p:nvSpPr>
        <p:spPr>
          <a:xfrm>
            <a:off x="4732836" y="4251454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TPM</a:t>
            </a:r>
            <a:endParaRPr lang="en-GB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B129B0-3697-4C01-AF55-36E36A28CFCF}"/>
              </a:ext>
            </a:extLst>
          </p:cNvPr>
          <p:cNvSpPr/>
          <p:nvPr/>
        </p:nvSpPr>
        <p:spPr>
          <a:xfrm>
            <a:off x="1233447" y="2514807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CRTM - BIOS</a:t>
            </a:r>
            <a:endParaRPr lang="en-GB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D45787-66E3-4139-A326-6C14722474F2}"/>
              </a:ext>
            </a:extLst>
          </p:cNvPr>
          <p:cNvSpPr/>
          <p:nvPr/>
        </p:nvSpPr>
        <p:spPr>
          <a:xfrm>
            <a:off x="4122486" y="2514806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BIOS</a:t>
            </a:r>
            <a:endParaRPr lang="en-GB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324398-B65C-4A51-BC71-7E2E4104C5B4}"/>
              </a:ext>
            </a:extLst>
          </p:cNvPr>
          <p:cNvCxnSpPr>
            <a:cxnSpLocks/>
          </p:cNvCxnSpPr>
          <p:nvPr/>
        </p:nvCxnSpPr>
        <p:spPr>
          <a:xfrm flipH="1">
            <a:off x="3743829" y="2888216"/>
            <a:ext cx="3786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DAE293-5F42-4764-BD67-92DF312656CE}"/>
              </a:ext>
            </a:extLst>
          </p:cNvPr>
          <p:cNvCxnSpPr>
            <a:stCxn id="5" idx="2"/>
            <a:endCxn id="4" idx="1"/>
          </p:cNvCxnSpPr>
          <p:nvPr/>
        </p:nvCxnSpPr>
        <p:spPr>
          <a:xfrm>
            <a:off x="2488638" y="3630533"/>
            <a:ext cx="2244199" cy="1178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E4104D4-E19D-4B67-AD9A-D953394D487C}"/>
              </a:ext>
            </a:extLst>
          </p:cNvPr>
          <p:cNvSpPr txBox="1"/>
          <p:nvPr/>
        </p:nvSpPr>
        <p:spPr>
          <a:xfrm>
            <a:off x="3540741" y="2107244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558CE6-38AA-4FCF-9ACB-2AA846BEDB62}"/>
              </a:ext>
            </a:extLst>
          </p:cNvPr>
          <p:cNvSpPr txBox="1"/>
          <p:nvPr/>
        </p:nvSpPr>
        <p:spPr>
          <a:xfrm>
            <a:off x="2488637" y="4346152"/>
            <a:ext cx="1694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Report hash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AE6270-A8D7-42F9-8304-0B212DA64894}"/>
              </a:ext>
            </a:extLst>
          </p:cNvPr>
          <p:cNvSpPr txBox="1"/>
          <p:nvPr/>
        </p:nvSpPr>
        <p:spPr>
          <a:xfrm>
            <a:off x="3370808" y="3619761"/>
            <a:ext cx="1290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Hand-off</a:t>
            </a:r>
            <a:endParaRPr lang="en-GB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DCEC45-2D5C-4E05-832A-162DA6507872}"/>
              </a:ext>
            </a:extLst>
          </p:cNvPr>
          <p:cNvSpPr/>
          <p:nvPr/>
        </p:nvSpPr>
        <p:spPr>
          <a:xfrm>
            <a:off x="6974034" y="2514806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OS Loader</a:t>
            </a:r>
            <a:br>
              <a:rPr lang="en-US" sz="2400" dirty="0"/>
            </a:br>
            <a:r>
              <a:rPr lang="en-US" sz="2400" dirty="0"/>
              <a:t>(e.g. GRUB)</a:t>
            </a:r>
            <a:endParaRPr lang="en-GB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ECCD12-C1AC-421C-84BC-FF7C30F2F2BB}"/>
              </a:ext>
            </a:extLst>
          </p:cNvPr>
          <p:cNvCxnSpPr>
            <a:cxnSpLocks/>
          </p:cNvCxnSpPr>
          <p:nvPr/>
        </p:nvCxnSpPr>
        <p:spPr>
          <a:xfrm flipH="1">
            <a:off x="6614122" y="2848476"/>
            <a:ext cx="3786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41A45F7-5F05-4F5F-8F9B-D69F92E8E650}"/>
              </a:ext>
            </a:extLst>
          </p:cNvPr>
          <p:cNvSpPr txBox="1"/>
          <p:nvPr/>
        </p:nvSpPr>
        <p:spPr>
          <a:xfrm>
            <a:off x="6487515" y="2010524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</a:t>
            </a:r>
            <a:endParaRPr lang="en-GB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098608-3033-4BB0-881C-D4D24EA675DE}"/>
              </a:ext>
            </a:extLst>
          </p:cNvPr>
          <p:cNvCxnSpPr>
            <a:stCxn id="6" idx="2"/>
            <a:endCxn id="4" idx="0"/>
          </p:cNvCxnSpPr>
          <p:nvPr/>
        </p:nvCxnSpPr>
        <p:spPr>
          <a:xfrm>
            <a:off x="5377677" y="3630533"/>
            <a:ext cx="610351" cy="620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11E5C1-AAFD-4F37-BE9B-92B4474853D8}"/>
              </a:ext>
            </a:extLst>
          </p:cNvPr>
          <p:cNvSpPr txBox="1"/>
          <p:nvPr/>
        </p:nvSpPr>
        <p:spPr>
          <a:xfrm>
            <a:off x="5682851" y="3668266"/>
            <a:ext cx="1694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Report hash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53666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EBEC-72D4-409B-B898-FC353408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639"/>
            <a:ext cx="10515600" cy="807692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Boot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FF6DA5-B88A-45D6-8988-49D5AD1B0BE6}"/>
              </a:ext>
            </a:extLst>
          </p:cNvPr>
          <p:cNvSpPr/>
          <p:nvPr/>
        </p:nvSpPr>
        <p:spPr>
          <a:xfrm>
            <a:off x="4732836" y="4251454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TPM</a:t>
            </a:r>
            <a:endParaRPr lang="en-GB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B129B0-3697-4C01-AF55-36E36A28CFCF}"/>
              </a:ext>
            </a:extLst>
          </p:cNvPr>
          <p:cNvSpPr/>
          <p:nvPr/>
        </p:nvSpPr>
        <p:spPr>
          <a:xfrm>
            <a:off x="1233447" y="2514807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CRTM - BIOS</a:t>
            </a:r>
            <a:endParaRPr lang="en-GB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D45787-66E3-4139-A326-6C14722474F2}"/>
              </a:ext>
            </a:extLst>
          </p:cNvPr>
          <p:cNvSpPr/>
          <p:nvPr/>
        </p:nvSpPr>
        <p:spPr>
          <a:xfrm>
            <a:off x="4122486" y="2514806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BIOS</a:t>
            </a:r>
            <a:endParaRPr lang="en-GB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324398-B65C-4A51-BC71-7E2E4104C5B4}"/>
              </a:ext>
            </a:extLst>
          </p:cNvPr>
          <p:cNvCxnSpPr>
            <a:cxnSpLocks/>
          </p:cNvCxnSpPr>
          <p:nvPr/>
        </p:nvCxnSpPr>
        <p:spPr>
          <a:xfrm flipH="1">
            <a:off x="3743829" y="2888216"/>
            <a:ext cx="3786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DAE293-5F42-4764-BD67-92DF312656CE}"/>
              </a:ext>
            </a:extLst>
          </p:cNvPr>
          <p:cNvCxnSpPr>
            <a:stCxn id="5" idx="2"/>
            <a:endCxn id="4" idx="1"/>
          </p:cNvCxnSpPr>
          <p:nvPr/>
        </p:nvCxnSpPr>
        <p:spPr>
          <a:xfrm>
            <a:off x="2488638" y="3630533"/>
            <a:ext cx="2244199" cy="1178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E4104D4-E19D-4B67-AD9A-D953394D487C}"/>
              </a:ext>
            </a:extLst>
          </p:cNvPr>
          <p:cNvSpPr txBox="1"/>
          <p:nvPr/>
        </p:nvSpPr>
        <p:spPr>
          <a:xfrm>
            <a:off x="3540741" y="2107244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558CE6-38AA-4FCF-9ACB-2AA846BEDB62}"/>
              </a:ext>
            </a:extLst>
          </p:cNvPr>
          <p:cNvSpPr txBox="1"/>
          <p:nvPr/>
        </p:nvSpPr>
        <p:spPr>
          <a:xfrm>
            <a:off x="2488637" y="4346152"/>
            <a:ext cx="1694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Report hash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AE6270-A8D7-42F9-8304-0B212DA64894}"/>
              </a:ext>
            </a:extLst>
          </p:cNvPr>
          <p:cNvSpPr txBox="1"/>
          <p:nvPr/>
        </p:nvSpPr>
        <p:spPr>
          <a:xfrm>
            <a:off x="3370808" y="3619761"/>
            <a:ext cx="1290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Hand-off</a:t>
            </a:r>
            <a:endParaRPr lang="en-GB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DCEC45-2D5C-4E05-832A-162DA6507872}"/>
              </a:ext>
            </a:extLst>
          </p:cNvPr>
          <p:cNvSpPr/>
          <p:nvPr/>
        </p:nvSpPr>
        <p:spPr>
          <a:xfrm>
            <a:off x="6974034" y="2514806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OS Loader</a:t>
            </a:r>
            <a:br>
              <a:rPr lang="en-US" sz="2400" dirty="0"/>
            </a:br>
            <a:r>
              <a:rPr lang="en-US" sz="2400" dirty="0"/>
              <a:t>(e.g. GRUB)</a:t>
            </a:r>
            <a:endParaRPr lang="en-GB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ECCD12-C1AC-421C-84BC-FF7C30F2F2BB}"/>
              </a:ext>
            </a:extLst>
          </p:cNvPr>
          <p:cNvCxnSpPr>
            <a:cxnSpLocks/>
          </p:cNvCxnSpPr>
          <p:nvPr/>
        </p:nvCxnSpPr>
        <p:spPr>
          <a:xfrm flipH="1">
            <a:off x="6614122" y="2848476"/>
            <a:ext cx="3786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41A45F7-5F05-4F5F-8F9B-D69F92E8E650}"/>
              </a:ext>
            </a:extLst>
          </p:cNvPr>
          <p:cNvSpPr txBox="1"/>
          <p:nvPr/>
        </p:nvSpPr>
        <p:spPr>
          <a:xfrm>
            <a:off x="6487515" y="2010524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</a:t>
            </a:r>
            <a:endParaRPr lang="en-GB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098608-3033-4BB0-881C-D4D24EA675DE}"/>
              </a:ext>
            </a:extLst>
          </p:cNvPr>
          <p:cNvCxnSpPr>
            <a:stCxn id="6" idx="2"/>
            <a:endCxn id="4" idx="0"/>
          </p:cNvCxnSpPr>
          <p:nvPr/>
        </p:nvCxnSpPr>
        <p:spPr>
          <a:xfrm>
            <a:off x="5377677" y="3630533"/>
            <a:ext cx="610351" cy="620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11E5C1-AAFD-4F37-BE9B-92B4474853D8}"/>
              </a:ext>
            </a:extLst>
          </p:cNvPr>
          <p:cNvSpPr txBox="1"/>
          <p:nvPr/>
        </p:nvSpPr>
        <p:spPr>
          <a:xfrm>
            <a:off x="5682851" y="3829462"/>
            <a:ext cx="1694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Report hash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770C90-8C7E-4BCC-B689-2A53DAA17F26}"/>
              </a:ext>
            </a:extLst>
          </p:cNvPr>
          <p:cNvSpPr txBox="1"/>
          <p:nvPr/>
        </p:nvSpPr>
        <p:spPr>
          <a:xfrm>
            <a:off x="6304561" y="3564093"/>
            <a:ext cx="1290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Hand-off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85184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EBEC-72D4-409B-B898-FC353408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7" y="6990"/>
            <a:ext cx="10515600" cy="882992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Boot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FF6DA5-B88A-45D6-8988-49D5AD1B0BE6}"/>
              </a:ext>
            </a:extLst>
          </p:cNvPr>
          <p:cNvSpPr/>
          <p:nvPr/>
        </p:nvSpPr>
        <p:spPr>
          <a:xfrm>
            <a:off x="3945531" y="4278447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TPM</a:t>
            </a:r>
            <a:endParaRPr lang="en-GB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B129B0-3697-4C01-AF55-36E36A28CFCF}"/>
              </a:ext>
            </a:extLst>
          </p:cNvPr>
          <p:cNvSpPr/>
          <p:nvPr/>
        </p:nvSpPr>
        <p:spPr>
          <a:xfrm>
            <a:off x="446142" y="2541801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CRTM - BIOS</a:t>
            </a:r>
            <a:endParaRPr lang="en-GB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D45787-66E3-4139-A326-6C14722474F2}"/>
              </a:ext>
            </a:extLst>
          </p:cNvPr>
          <p:cNvSpPr/>
          <p:nvPr/>
        </p:nvSpPr>
        <p:spPr>
          <a:xfrm>
            <a:off x="3335180" y="2541799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BIOS</a:t>
            </a:r>
            <a:endParaRPr lang="en-GB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324398-B65C-4A51-BC71-7E2E4104C5B4}"/>
              </a:ext>
            </a:extLst>
          </p:cNvPr>
          <p:cNvCxnSpPr>
            <a:cxnSpLocks/>
          </p:cNvCxnSpPr>
          <p:nvPr/>
        </p:nvCxnSpPr>
        <p:spPr>
          <a:xfrm flipH="1">
            <a:off x="2956524" y="2915209"/>
            <a:ext cx="3786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DAE293-5F42-4764-BD67-92DF312656CE}"/>
              </a:ext>
            </a:extLst>
          </p:cNvPr>
          <p:cNvCxnSpPr>
            <a:stCxn id="5" idx="2"/>
            <a:endCxn id="4" idx="1"/>
          </p:cNvCxnSpPr>
          <p:nvPr/>
        </p:nvCxnSpPr>
        <p:spPr>
          <a:xfrm>
            <a:off x="1701333" y="3657527"/>
            <a:ext cx="2244199" cy="1178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E4104D4-E19D-4B67-AD9A-D953394D487C}"/>
              </a:ext>
            </a:extLst>
          </p:cNvPr>
          <p:cNvSpPr txBox="1"/>
          <p:nvPr/>
        </p:nvSpPr>
        <p:spPr>
          <a:xfrm>
            <a:off x="2753435" y="2134237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558CE6-38AA-4FCF-9ACB-2AA846BEDB62}"/>
              </a:ext>
            </a:extLst>
          </p:cNvPr>
          <p:cNvSpPr txBox="1"/>
          <p:nvPr/>
        </p:nvSpPr>
        <p:spPr>
          <a:xfrm>
            <a:off x="1701332" y="4373145"/>
            <a:ext cx="1694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Report hash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AE6270-A8D7-42F9-8304-0B212DA64894}"/>
              </a:ext>
            </a:extLst>
          </p:cNvPr>
          <p:cNvSpPr txBox="1"/>
          <p:nvPr/>
        </p:nvSpPr>
        <p:spPr>
          <a:xfrm>
            <a:off x="2583502" y="3646754"/>
            <a:ext cx="1290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Hand-off</a:t>
            </a:r>
            <a:endParaRPr lang="en-GB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DCEC45-2D5C-4E05-832A-162DA6507872}"/>
              </a:ext>
            </a:extLst>
          </p:cNvPr>
          <p:cNvSpPr/>
          <p:nvPr/>
        </p:nvSpPr>
        <p:spPr>
          <a:xfrm>
            <a:off x="6186728" y="2541799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OS Loader</a:t>
            </a:r>
            <a:br>
              <a:rPr lang="en-US" sz="2400" dirty="0"/>
            </a:br>
            <a:r>
              <a:rPr lang="en-US" sz="2400" dirty="0"/>
              <a:t>(e.g. GRUB)</a:t>
            </a:r>
            <a:endParaRPr lang="en-GB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ECCD12-C1AC-421C-84BC-FF7C30F2F2BB}"/>
              </a:ext>
            </a:extLst>
          </p:cNvPr>
          <p:cNvCxnSpPr>
            <a:cxnSpLocks/>
          </p:cNvCxnSpPr>
          <p:nvPr/>
        </p:nvCxnSpPr>
        <p:spPr>
          <a:xfrm flipH="1">
            <a:off x="5826817" y="2875469"/>
            <a:ext cx="3786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41A45F7-5F05-4F5F-8F9B-D69F92E8E650}"/>
              </a:ext>
            </a:extLst>
          </p:cNvPr>
          <p:cNvSpPr txBox="1"/>
          <p:nvPr/>
        </p:nvSpPr>
        <p:spPr>
          <a:xfrm>
            <a:off x="5700210" y="2037517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</a:t>
            </a:r>
            <a:endParaRPr lang="en-GB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098608-3033-4BB0-881C-D4D24EA675DE}"/>
              </a:ext>
            </a:extLst>
          </p:cNvPr>
          <p:cNvCxnSpPr>
            <a:stCxn id="6" idx="2"/>
            <a:endCxn id="4" idx="0"/>
          </p:cNvCxnSpPr>
          <p:nvPr/>
        </p:nvCxnSpPr>
        <p:spPr>
          <a:xfrm>
            <a:off x="4590371" y="3657526"/>
            <a:ext cx="610351" cy="620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11E5C1-AAFD-4F37-BE9B-92B4474853D8}"/>
              </a:ext>
            </a:extLst>
          </p:cNvPr>
          <p:cNvSpPr txBox="1"/>
          <p:nvPr/>
        </p:nvSpPr>
        <p:spPr>
          <a:xfrm>
            <a:off x="4895545" y="3856456"/>
            <a:ext cx="1694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Report hash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770C90-8C7E-4BCC-B689-2A53DAA17F26}"/>
              </a:ext>
            </a:extLst>
          </p:cNvPr>
          <p:cNvSpPr txBox="1"/>
          <p:nvPr/>
        </p:nvSpPr>
        <p:spPr>
          <a:xfrm>
            <a:off x="5517256" y="3591086"/>
            <a:ext cx="1290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Hand-off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802387F-2E74-465C-BF14-4961666029C4}"/>
              </a:ext>
            </a:extLst>
          </p:cNvPr>
          <p:cNvSpPr/>
          <p:nvPr/>
        </p:nvSpPr>
        <p:spPr>
          <a:xfrm>
            <a:off x="9038276" y="2570353"/>
            <a:ext cx="2510381" cy="1115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OS</a:t>
            </a:r>
            <a:endParaRPr lang="en-GB" sz="24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CD2FC8-D03B-49E9-9841-6789245EEF97}"/>
              </a:ext>
            </a:extLst>
          </p:cNvPr>
          <p:cNvCxnSpPr>
            <a:cxnSpLocks/>
          </p:cNvCxnSpPr>
          <p:nvPr/>
        </p:nvCxnSpPr>
        <p:spPr>
          <a:xfrm flipH="1">
            <a:off x="8656244" y="2868125"/>
            <a:ext cx="3786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D34507-B907-4F99-8240-A432920A8F24}"/>
              </a:ext>
            </a:extLst>
          </p:cNvPr>
          <p:cNvCxnSpPr>
            <a:stCxn id="17" idx="2"/>
            <a:endCxn id="4" idx="3"/>
          </p:cNvCxnSpPr>
          <p:nvPr/>
        </p:nvCxnSpPr>
        <p:spPr>
          <a:xfrm flipH="1">
            <a:off x="6455912" y="3686079"/>
            <a:ext cx="3837555" cy="1150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3A6BE93-0457-4C13-A781-E4D6636A2FC7}"/>
              </a:ext>
            </a:extLst>
          </p:cNvPr>
          <p:cNvSpPr txBox="1"/>
          <p:nvPr/>
        </p:nvSpPr>
        <p:spPr>
          <a:xfrm>
            <a:off x="7632575" y="4463406"/>
            <a:ext cx="1694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Report hash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D70252-0BF6-4EA3-8842-3556B7002894}"/>
              </a:ext>
            </a:extLst>
          </p:cNvPr>
          <p:cNvSpPr txBox="1"/>
          <p:nvPr/>
        </p:nvSpPr>
        <p:spPr>
          <a:xfrm>
            <a:off x="8453155" y="2114486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192516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3A08-2DA3-456E-84D5-13E0FF388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26353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TPM registers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7498-990B-47BC-8629-AE2C57E9F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configuration registers (PCRs)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store platform integrity metrics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PCR holds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summary of a series of value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the entire chain of hash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chain can be infinite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PCR register is extended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PCR = HASH(PCR | new measurement)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Shielded TPM location (i.e. cannot be modified from outside)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 are provided by software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631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8E8B-FDAB-4007-AD31-1098EA9F8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885" y="0"/>
            <a:ext cx="10515600" cy="870017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attestation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FFCC4-371E-46C1-B90F-B84214709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7991"/>
            <a:ext cx="10515600" cy="5378972"/>
          </a:xfrm>
        </p:spPr>
        <p:txBody>
          <a:bodyPr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Attestation is a mechanism for software to prove its identity.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attestation is to prove to a remote party that your operating system and application software are intact and trustworthy.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verifier trusts that attestation data is accurate because it is signed by a TPM whose key is certified by the CA.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830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C0BA8-EFA8-0A0F-8EFB-FFFC775A0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7050" y="609600"/>
            <a:ext cx="5238991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application “A” generates a public/private key pair PK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SKA and asks the TPM to certify it.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TPM computes a hash value #A of the executable code of program “A”.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TPM creates a certification including PKA and #A and signs it with the attestation identity key SKAIK.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4.When application “A” wishes to authenticate itself to a remote party, it sends the cert. of its public key and hash value #A along with a cert. issued to the TPM by a trusted certification authority (CA).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remote party to verifies the cert. chain.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The remote party looks #A up in a database which maps hash values to trust levels.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If application “A” is deemed trustworthy, we continue the communication, probably by using PKA to establish a </a:t>
            </a:r>
            <a:r>
              <a:rPr lang="en-US" sz="2000" dirty="0"/>
              <a:t>session key.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33B1F-3C11-6C7A-B714-771262795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0" y="1171575"/>
            <a:ext cx="6732747" cy="46235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50D891E-4FAB-19CA-AD47-F68F0423E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885" y="0"/>
            <a:ext cx="10515600" cy="870017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Remote attestation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458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E070E-67C2-4D61-B176-A38DECBAE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3751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remote attestation tells you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BB7C3-4C73-4B5D-8400-0D626F6B3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result</a:t>
            </a:r>
          </a:p>
          <a:p>
            <a:pPr marL="228600" lvl="1">
              <a:spcBef>
                <a:spcPts val="10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memory content</a:t>
            </a:r>
          </a:p>
          <a:p>
            <a:pPr marL="228600" lvl="1">
              <a:spcBef>
                <a:spcPts val="10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device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result</a:t>
            </a:r>
          </a:p>
          <a:p>
            <a:pPr marL="228600" lvl="1">
              <a:spcBef>
                <a:spcPts val="10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Malfunctioning device</a:t>
            </a:r>
          </a:p>
          <a:p>
            <a:pPr marL="228600" lvl="1">
              <a:spcBef>
                <a:spcPts val="10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Malicious device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response</a:t>
            </a:r>
          </a:p>
          <a:p>
            <a:pPr marL="228600" lvl="1">
              <a:spcBef>
                <a:spcPts val="10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Malfunctioning device</a:t>
            </a:r>
          </a:p>
          <a:p>
            <a:pPr marL="228600" lvl="1">
              <a:spcBef>
                <a:spcPts val="10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Malicious device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27010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3A08-2DA3-456E-84D5-13E0FF388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3751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TPM and Remote Attestation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7498-990B-47BC-8629-AE2C57E9F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PCR cannot be modified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reset at reboot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TPM contains a key used to sign the attestation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TPM certificate/key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PCRs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Attestation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PCRs value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sign(PCRs, challenge[nonce])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6614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3A08-2DA3-456E-84D5-13E0FF388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4684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TPM and Remote Attestation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7498-990B-47BC-8629-AE2C57E9F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do not need to stop at the OS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attest kernel modules (e.g. drivers)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Applications?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Configurations?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Scripts?</a:t>
            </a:r>
          </a:p>
          <a:p>
            <a:pPr lvl="1"/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17070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4D8D26-B133-4846-8DD0-D46F81284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067" dirty="0"/>
              <a:t>Intel SGX</a:t>
            </a:r>
            <a:endParaRPr lang="en-GB" sz="5067" dirty="0"/>
          </a:p>
        </p:txBody>
      </p:sp>
    </p:spTree>
    <p:extLst>
      <p:ext uri="{BB962C8B-B14F-4D97-AF65-F5344CB8AC3E}">
        <p14:creationId xmlns:p14="http://schemas.microsoft.com/office/powerpoint/2010/main" val="39758232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542B4-E4E1-4DA0-A326-3413F289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542"/>
            <a:ext cx="10515600" cy="929749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Rootkit high-level understanding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AF798E-A925-499C-A6D7-56B92C949B2A}"/>
              </a:ext>
            </a:extLst>
          </p:cNvPr>
          <p:cNvSpPr/>
          <p:nvPr/>
        </p:nvSpPr>
        <p:spPr>
          <a:xfrm>
            <a:off x="3920738" y="1925284"/>
            <a:ext cx="3793553" cy="92974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applications</a:t>
            </a:r>
          </a:p>
          <a:p>
            <a:pPr algn="ctr"/>
            <a:r>
              <a:rPr lang="en-US" sz="2400" dirty="0"/>
              <a:t>libraries</a:t>
            </a:r>
          </a:p>
          <a:p>
            <a:pPr algn="ctr"/>
            <a:r>
              <a:rPr lang="en-US" sz="2400" dirty="0"/>
              <a:t>data</a:t>
            </a:r>
            <a:endParaRPr lang="en-GB" sz="2400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EBC1484-9C76-4B83-AA51-376AB66F6091}"/>
              </a:ext>
            </a:extLst>
          </p:cNvPr>
          <p:cNvSpPr/>
          <p:nvPr/>
        </p:nvSpPr>
        <p:spPr>
          <a:xfrm>
            <a:off x="3604973" y="1925284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0B57A-F727-490A-982C-584D18819401}"/>
              </a:ext>
            </a:extLst>
          </p:cNvPr>
          <p:cNvSpPr txBox="1"/>
          <p:nvPr/>
        </p:nvSpPr>
        <p:spPr>
          <a:xfrm>
            <a:off x="2064362" y="2190105"/>
            <a:ext cx="1545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User space</a:t>
            </a:r>
            <a:endParaRPr lang="en-GB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11EA2B-932F-4C85-8C6B-6C165F4EBC38}"/>
              </a:ext>
            </a:extLst>
          </p:cNvPr>
          <p:cNvSpPr/>
          <p:nvPr/>
        </p:nvSpPr>
        <p:spPr>
          <a:xfrm>
            <a:off x="3920738" y="3001222"/>
            <a:ext cx="3793553" cy="92974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operating system</a:t>
            </a:r>
            <a:endParaRPr lang="en-GB" sz="2400" dirty="0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36BA0E7-897C-4E2D-8118-2A2335CD0867}"/>
              </a:ext>
            </a:extLst>
          </p:cNvPr>
          <p:cNvSpPr/>
          <p:nvPr/>
        </p:nvSpPr>
        <p:spPr>
          <a:xfrm>
            <a:off x="3604973" y="3001222"/>
            <a:ext cx="60959" cy="9297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792B0-CBD7-49BC-A4AB-8524D4D237AF}"/>
              </a:ext>
            </a:extLst>
          </p:cNvPr>
          <p:cNvSpPr txBox="1"/>
          <p:nvPr/>
        </p:nvSpPr>
        <p:spPr>
          <a:xfrm>
            <a:off x="2064362" y="3266042"/>
            <a:ext cx="1769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Kernel space</a:t>
            </a:r>
            <a:endParaRPr lang="en-GB" sz="2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BC8608-ABD5-436C-A3F9-18BD6B472F03}"/>
              </a:ext>
            </a:extLst>
          </p:cNvPr>
          <p:cNvSpPr/>
          <p:nvPr/>
        </p:nvSpPr>
        <p:spPr>
          <a:xfrm>
            <a:off x="3920738" y="5153096"/>
            <a:ext cx="3793553" cy="929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hardware</a:t>
            </a:r>
            <a:endParaRPr lang="en-GB" sz="2400" dirty="0"/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7927A76B-21E6-44B0-B4CE-E516A8092A49}"/>
              </a:ext>
            </a:extLst>
          </p:cNvPr>
          <p:cNvSpPr/>
          <p:nvPr/>
        </p:nvSpPr>
        <p:spPr>
          <a:xfrm>
            <a:off x="6446849" y="2697152"/>
            <a:ext cx="96483" cy="48241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4" name="Arrow: Up-Down 23">
            <a:extLst>
              <a:ext uri="{FF2B5EF4-FFF2-40B4-BE49-F238E27FC236}">
                <a16:creationId xmlns:a16="http://schemas.microsoft.com/office/drawing/2014/main" id="{EC2C9702-1F04-4CC4-9884-F7BFF1C7AB52}"/>
              </a:ext>
            </a:extLst>
          </p:cNvPr>
          <p:cNvSpPr/>
          <p:nvPr/>
        </p:nvSpPr>
        <p:spPr>
          <a:xfrm>
            <a:off x="6446851" y="3804520"/>
            <a:ext cx="96483" cy="1475027"/>
          </a:xfrm>
          <a:prstGeom prst="up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C2724E-AB55-4967-843D-C38966AB58A1}"/>
              </a:ext>
            </a:extLst>
          </p:cNvPr>
          <p:cNvSpPr/>
          <p:nvPr/>
        </p:nvSpPr>
        <p:spPr>
          <a:xfrm>
            <a:off x="6310896" y="3358649"/>
            <a:ext cx="1363925" cy="39324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bad code</a:t>
            </a:r>
            <a:endParaRPr lang="en-GB" sz="2400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DAE2C522-F582-413D-8575-6A42BEF9B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06" y="2912814"/>
            <a:ext cx="568276" cy="60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366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6FD162-E639-4034-81DE-D88666057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18849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EA38F4-6554-46FA-BB88-39DEEA1CB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attacker can compromise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space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the hardware!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can we do?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code in its own secure enclave!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033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D4D9-B1D4-4A09-B604-A8951EE8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2878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SGX Hardware supported enclave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8B694-A3D6-4FB5-8334-198B85AB7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an application within some isolation unit so it cannot be affected by the OS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trust the OS or the VMM/hypervisor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need to trust the hardware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attack surface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AEB5E-0552-4102-89A9-1333BDA80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508" y="3636130"/>
            <a:ext cx="6144745" cy="273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001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D4D9-B1D4-4A09-B604-A8951EE8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86597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SGX preventing memory snooping attack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8B694-A3D6-4FB5-8334-198B85AB7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boundary is CPU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unencrypted inside the CPU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outside the CPU is encrypted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memory reads and bus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snooping only see encrypted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A4CDD6-6810-4BE8-A222-1CFDD2E5E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601" y="1766137"/>
            <a:ext cx="4150720" cy="29568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E25ADA-6B67-48B0-8718-CD90DB688FD8}"/>
              </a:ext>
            </a:extLst>
          </p:cNvPr>
          <p:cNvSpPr txBox="1"/>
          <p:nvPr/>
        </p:nvSpPr>
        <p:spPr>
          <a:xfrm>
            <a:off x="6788927" y="1526194"/>
            <a:ext cx="5088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* MEE: SGX Memory Encryption Engine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172889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029CB-C341-4FBB-8251-C7829B50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406"/>
            <a:ext cx="10515600" cy="757524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SGX Programming environment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C795B9-3CF0-459B-B472-3068501F0174}"/>
              </a:ext>
            </a:extLst>
          </p:cNvPr>
          <p:cNvSpPr/>
          <p:nvPr/>
        </p:nvSpPr>
        <p:spPr>
          <a:xfrm>
            <a:off x="736783" y="1727931"/>
            <a:ext cx="2074395" cy="384179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88435-ABF8-4A26-B38B-7963877B2E7F}"/>
              </a:ext>
            </a:extLst>
          </p:cNvPr>
          <p:cNvSpPr txBox="1"/>
          <p:nvPr/>
        </p:nvSpPr>
        <p:spPr>
          <a:xfrm>
            <a:off x="958372" y="5767081"/>
            <a:ext cx="1779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User Process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D8907B-DD3D-4FB7-8041-722E7D751DA9}"/>
              </a:ext>
            </a:extLst>
          </p:cNvPr>
          <p:cNvSpPr/>
          <p:nvPr/>
        </p:nvSpPr>
        <p:spPr>
          <a:xfrm>
            <a:off x="885894" y="1815643"/>
            <a:ext cx="1841957" cy="6885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OS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FD914D-F052-4832-8EF6-951A9C644B34}"/>
              </a:ext>
            </a:extLst>
          </p:cNvPr>
          <p:cNvSpPr/>
          <p:nvPr/>
        </p:nvSpPr>
        <p:spPr>
          <a:xfrm>
            <a:off x="853002" y="4110780"/>
            <a:ext cx="1841957" cy="6885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 Data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BC8314-EF53-4FC2-BC0B-41DA5C483332}"/>
              </a:ext>
            </a:extLst>
          </p:cNvPr>
          <p:cNvSpPr/>
          <p:nvPr/>
        </p:nvSpPr>
        <p:spPr>
          <a:xfrm>
            <a:off x="853002" y="4836564"/>
            <a:ext cx="1841957" cy="6885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 Code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353860-E701-4AE7-906F-914DBBF5C7B9}"/>
              </a:ext>
            </a:extLst>
          </p:cNvPr>
          <p:cNvSpPr/>
          <p:nvPr/>
        </p:nvSpPr>
        <p:spPr>
          <a:xfrm>
            <a:off x="853002" y="3377618"/>
            <a:ext cx="1841957" cy="68854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Enclave</a:t>
            </a:r>
            <a:endParaRPr lang="en-GB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2DD42E-13C6-4840-8698-3B4ED918F479}"/>
              </a:ext>
            </a:extLst>
          </p:cNvPr>
          <p:cNvSpPr/>
          <p:nvPr/>
        </p:nvSpPr>
        <p:spPr>
          <a:xfrm>
            <a:off x="2960288" y="1727930"/>
            <a:ext cx="2074395" cy="384179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DA58D6-CC15-4B0C-9F99-0F8226AD486A}"/>
              </a:ext>
            </a:extLst>
          </p:cNvPr>
          <p:cNvSpPr/>
          <p:nvPr/>
        </p:nvSpPr>
        <p:spPr>
          <a:xfrm>
            <a:off x="3076507" y="1874815"/>
            <a:ext cx="1841957" cy="68854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Enclave Stack</a:t>
            </a:r>
            <a:endParaRPr lang="en-GB" sz="24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E21276-A42D-41D2-8D13-04A4392CE185}"/>
              </a:ext>
            </a:extLst>
          </p:cNvPr>
          <p:cNvSpPr/>
          <p:nvPr/>
        </p:nvSpPr>
        <p:spPr>
          <a:xfrm>
            <a:off x="3076507" y="3377618"/>
            <a:ext cx="1841957" cy="68854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Enclave Code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0CE0B9-A94F-4E2C-950E-4BFD09DB1F71}"/>
              </a:ext>
            </a:extLst>
          </p:cNvPr>
          <p:cNvSpPr txBox="1"/>
          <p:nvPr/>
        </p:nvSpPr>
        <p:spPr>
          <a:xfrm>
            <a:off x="5889876" y="1874815"/>
            <a:ext cx="485684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Enclave has its own code and data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confidentiality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integrity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entry point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enter enclave code only at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point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Enclave execution takes over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069310-7A21-4BEF-9D02-7F067A9DFD0D}"/>
              </a:ext>
            </a:extLst>
          </p:cNvPr>
          <p:cNvSpPr/>
          <p:nvPr/>
        </p:nvSpPr>
        <p:spPr>
          <a:xfrm>
            <a:off x="3076507" y="2626216"/>
            <a:ext cx="1841957" cy="68854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Enclave Heap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302956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A6DF-7C72-4277-B856-FE098FC53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7"/>
            <a:ext cx="10515600" cy="913302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SGX Application Flow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EADAF-02EB-4865-A014-580DF81D9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585" indent="-609585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divide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trusted and untrusted part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create enclave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function is called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in enclave process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secret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function returns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continue as normal</a:t>
            </a:r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F8E248-12E9-4B57-91B8-2FB210ADA082}"/>
              </a:ext>
            </a:extLst>
          </p:cNvPr>
          <p:cNvSpPr/>
          <p:nvPr/>
        </p:nvSpPr>
        <p:spPr>
          <a:xfrm>
            <a:off x="6302125" y="1890200"/>
            <a:ext cx="1780559" cy="3596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2. Create Enclave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3. Trusted()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6. Continue </a:t>
            </a:r>
            <a:endParaRPr lang="en-GB" sz="2400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D471481-792A-4D46-B025-7A0C513772A0}"/>
              </a:ext>
            </a:extLst>
          </p:cNvPr>
          <p:cNvSpPr/>
          <p:nvPr/>
        </p:nvSpPr>
        <p:spPr>
          <a:xfrm>
            <a:off x="7069605" y="1274957"/>
            <a:ext cx="245593" cy="550668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5ADC12D-A480-49FE-A85F-E8E4EDD0F31D}"/>
              </a:ext>
            </a:extLst>
          </p:cNvPr>
          <p:cNvSpPr/>
          <p:nvPr/>
        </p:nvSpPr>
        <p:spPr>
          <a:xfrm>
            <a:off x="7069606" y="3018765"/>
            <a:ext cx="245593" cy="550668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DA30024-B7A9-466F-9B18-05B9B8A1BD8C}"/>
              </a:ext>
            </a:extLst>
          </p:cNvPr>
          <p:cNvSpPr/>
          <p:nvPr/>
        </p:nvSpPr>
        <p:spPr>
          <a:xfrm>
            <a:off x="7069606" y="3977247"/>
            <a:ext cx="245593" cy="550668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A644EF-EA59-45D5-96ED-D6E846A22A44}"/>
              </a:ext>
            </a:extLst>
          </p:cNvPr>
          <p:cNvSpPr/>
          <p:nvPr/>
        </p:nvSpPr>
        <p:spPr>
          <a:xfrm>
            <a:off x="8377982" y="1920900"/>
            <a:ext cx="682693" cy="9429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586E87-453F-4772-8668-02958D8942CC}"/>
              </a:ext>
            </a:extLst>
          </p:cNvPr>
          <p:cNvSpPr/>
          <p:nvPr/>
        </p:nvSpPr>
        <p:spPr>
          <a:xfrm>
            <a:off x="9059798" y="1920899"/>
            <a:ext cx="1711263" cy="228051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4. Process</a:t>
            </a:r>
            <a:br>
              <a:rPr lang="en-US" sz="2400" dirty="0"/>
            </a:br>
            <a:r>
              <a:rPr lang="en-US" sz="2400" dirty="0"/>
              <a:t>Secret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5. Return</a:t>
            </a:r>
            <a:endParaRPr lang="en-GB" sz="2400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3AB663F0-EADF-4B8B-9F23-537637642EAE}"/>
              </a:ext>
            </a:extLst>
          </p:cNvPr>
          <p:cNvSpPr/>
          <p:nvPr/>
        </p:nvSpPr>
        <p:spPr>
          <a:xfrm>
            <a:off x="9792632" y="2963213"/>
            <a:ext cx="245593" cy="550668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9A6062-6B0E-48DA-A551-EF75332F03C1}"/>
              </a:ext>
            </a:extLst>
          </p:cNvPr>
          <p:cNvSpPr txBox="1"/>
          <p:nvPr/>
        </p:nvSpPr>
        <p:spPr>
          <a:xfrm>
            <a:off x="8133257" y="1611555"/>
            <a:ext cx="995850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67" dirty="0"/>
              <a:t>Call Bridge</a:t>
            </a:r>
            <a:endParaRPr lang="en-GB" sz="1467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59925CD-5322-477A-AF35-18E8894372E1}"/>
              </a:ext>
            </a:extLst>
          </p:cNvPr>
          <p:cNvCxnSpPr>
            <a:endCxn id="12" idx="1"/>
          </p:cNvCxnSpPr>
          <p:nvPr/>
        </p:nvCxnSpPr>
        <p:spPr>
          <a:xfrm flipV="1">
            <a:off x="7823931" y="2392352"/>
            <a:ext cx="554051" cy="1243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193D9C-F790-422B-B523-BB30DE55B095}"/>
              </a:ext>
            </a:extLst>
          </p:cNvPr>
          <p:cNvCxnSpPr/>
          <p:nvPr/>
        </p:nvCxnSpPr>
        <p:spPr>
          <a:xfrm>
            <a:off x="8885248" y="2541737"/>
            <a:ext cx="4692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F3BDFE-B882-4D9B-BE04-0691353D28C4}"/>
              </a:ext>
            </a:extLst>
          </p:cNvPr>
          <p:cNvCxnSpPr>
            <a:cxnSpLocks/>
          </p:cNvCxnSpPr>
          <p:nvPr/>
        </p:nvCxnSpPr>
        <p:spPr>
          <a:xfrm flipH="1">
            <a:off x="7823931" y="3635672"/>
            <a:ext cx="1530579" cy="64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2943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4D8D26-B133-4846-8DD0-D46F81284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067" dirty="0"/>
              <a:t>ARM </a:t>
            </a:r>
            <a:r>
              <a:rPr lang="en-US" sz="5067" dirty="0" err="1"/>
              <a:t>Trustzone</a:t>
            </a:r>
            <a:endParaRPr lang="en-GB" sz="5067" dirty="0"/>
          </a:p>
        </p:txBody>
      </p:sp>
    </p:spTree>
    <p:extLst>
      <p:ext uri="{BB962C8B-B14F-4D97-AF65-F5344CB8AC3E}">
        <p14:creationId xmlns:p14="http://schemas.microsoft.com/office/powerpoint/2010/main" val="17438108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C7B-97E9-4489-89B4-BC301D08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05" y="120314"/>
            <a:ext cx="11203200" cy="734452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Trustzone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26E7E8-133F-47E5-8B11-DDEB7B44D840}"/>
              </a:ext>
            </a:extLst>
          </p:cNvPr>
          <p:cNvSpPr/>
          <p:nvPr/>
        </p:nvSpPr>
        <p:spPr>
          <a:xfrm flipH="1">
            <a:off x="6087923" y="2413749"/>
            <a:ext cx="60959" cy="17136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737B7-CA99-47F6-B011-525FAD67356C}"/>
              </a:ext>
            </a:extLst>
          </p:cNvPr>
          <p:cNvSpPr txBox="1"/>
          <p:nvPr/>
        </p:nvSpPr>
        <p:spPr>
          <a:xfrm>
            <a:off x="7040893" y="1816268"/>
            <a:ext cx="2464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Trusted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7E010-0CFC-4F39-BC1F-3C01BCB32862}"/>
              </a:ext>
            </a:extLst>
          </p:cNvPr>
          <p:cNvSpPr txBox="1"/>
          <p:nvPr/>
        </p:nvSpPr>
        <p:spPr>
          <a:xfrm>
            <a:off x="3206198" y="1816267"/>
            <a:ext cx="1756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Untrusted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D16FEA-39DB-4D52-BDDC-269DA21330E3}"/>
              </a:ext>
            </a:extLst>
          </p:cNvPr>
          <p:cNvSpPr/>
          <p:nvPr/>
        </p:nvSpPr>
        <p:spPr>
          <a:xfrm>
            <a:off x="1945604" y="2356393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Application</a:t>
            </a:r>
            <a:endParaRPr lang="en-GB" sz="1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B35B39-9FC2-4954-9E8E-8FD56FF3888B}"/>
              </a:ext>
            </a:extLst>
          </p:cNvPr>
          <p:cNvSpPr/>
          <p:nvPr/>
        </p:nvSpPr>
        <p:spPr>
          <a:xfrm>
            <a:off x="3337754" y="2356391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Application</a:t>
            </a:r>
            <a:endParaRPr lang="en-GB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4BF713E-42DB-43E5-B71F-46E3E540B7EA}"/>
              </a:ext>
            </a:extLst>
          </p:cNvPr>
          <p:cNvSpPr/>
          <p:nvPr/>
        </p:nvSpPr>
        <p:spPr>
          <a:xfrm>
            <a:off x="4729903" y="2356393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Application</a:t>
            </a:r>
            <a:endParaRPr lang="en-GB" sz="12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B0F2C5A-554C-45FF-8485-0895FBA32E01}"/>
              </a:ext>
            </a:extLst>
          </p:cNvPr>
          <p:cNvSpPr/>
          <p:nvPr/>
        </p:nvSpPr>
        <p:spPr>
          <a:xfrm>
            <a:off x="6314238" y="2356391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Trusted Application</a:t>
            </a:r>
            <a:endParaRPr lang="en-GB" sz="12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D0E789-26B1-49FF-BB11-D6DCDFFAF2C9}"/>
              </a:ext>
            </a:extLst>
          </p:cNvPr>
          <p:cNvSpPr/>
          <p:nvPr/>
        </p:nvSpPr>
        <p:spPr>
          <a:xfrm>
            <a:off x="7636954" y="2356390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Trusted Application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4407517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C7B-97E9-4489-89B4-BC301D08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03200" cy="830997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Trustzone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26E7E8-133F-47E5-8B11-DDEB7B44D840}"/>
              </a:ext>
            </a:extLst>
          </p:cNvPr>
          <p:cNvSpPr/>
          <p:nvPr/>
        </p:nvSpPr>
        <p:spPr>
          <a:xfrm flipH="1">
            <a:off x="6087923" y="2413749"/>
            <a:ext cx="60959" cy="17136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737B7-CA99-47F6-B011-525FAD67356C}"/>
              </a:ext>
            </a:extLst>
          </p:cNvPr>
          <p:cNvSpPr txBox="1"/>
          <p:nvPr/>
        </p:nvSpPr>
        <p:spPr>
          <a:xfrm>
            <a:off x="6517018" y="1733704"/>
            <a:ext cx="2464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Trusted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7E010-0CFC-4F39-BC1F-3C01BCB32862}"/>
              </a:ext>
            </a:extLst>
          </p:cNvPr>
          <p:cNvSpPr txBox="1"/>
          <p:nvPr/>
        </p:nvSpPr>
        <p:spPr>
          <a:xfrm>
            <a:off x="3052887" y="1733703"/>
            <a:ext cx="1696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Untrusted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D16FEA-39DB-4D52-BDDC-269DA21330E3}"/>
              </a:ext>
            </a:extLst>
          </p:cNvPr>
          <p:cNvSpPr/>
          <p:nvPr/>
        </p:nvSpPr>
        <p:spPr>
          <a:xfrm>
            <a:off x="1945604" y="2356393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Application</a:t>
            </a:r>
            <a:endParaRPr lang="en-GB" sz="1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B35B39-9FC2-4954-9E8E-8FD56FF3888B}"/>
              </a:ext>
            </a:extLst>
          </p:cNvPr>
          <p:cNvSpPr/>
          <p:nvPr/>
        </p:nvSpPr>
        <p:spPr>
          <a:xfrm>
            <a:off x="3337754" y="2356391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Application</a:t>
            </a:r>
            <a:endParaRPr lang="en-GB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4BF713E-42DB-43E5-B71F-46E3E540B7EA}"/>
              </a:ext>
            </a:extLst>
          </p:cNvPr>
          <p:cNvSpPr/>
          <p:nvPr/>
        </p:nvSpPr>
        <p:spPr>
          <a:xfrm>
            <a:off x="4729903" y="2356393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Application</a:t>
            </a:r>
            <a:endParaRPr lang="en-GB" sz="12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B0F2C5A-554C-45FF-8485-0895FBA32E01}"/>
              </a:ext>
            </a:extLst>
          </p:cNvPr>
          <p:cNvSpPr/>
          <p:nvPr/>
        </p:nvSpPr>
        <p:spPr>
          <a:xfrm>
            <a:off x="6314238" y="2356391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Trusted Application</a:t>
            </a:r>
            <a:endParaRPr lang="en-GB" sz="12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D0E789-26B1-49FF-BB11-D6DCDFFAF2C9}"/>
              </a:ext>
            </a:extLst>
          </p:cNvPr>
          <p:cNvSpPr/>
          <p:nvPr/>
        </p:nvSpPr>
        <p:spPr>
          <a:xfrm>
            <a:off x="7636954" y="2356390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Trusted Application</a:t>
            </a:r>
            <a:endParaRPr lang="en-GB" sz="12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B1171A-8FEB-4E10-BA1B-45BFA5B9A21F}"/>
              </a:ext>
            </a:extLst>
          </p:cNvPr>
          <p:cNvSpPr/>
          <p:nvPr/>
        </p:nvSpPr>
        <p:spPr>
          <a:xfrm>
            <a:off x="1945604" y="3254123"/>
            <a:ext cx="3911400" cy="84091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OS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4F1FDB-F66A-4B0F-AE85-2CDE22E7AC9A}"/>
              </a:ext>
            </a:extLst>
          </p:cNvPr>
          <p:cNvSpPr/>
          <p:nvPr/>
        </p:nvSpPr>
        <p:spPr>
          <a:xfrm>
            <a:off x="6314239" y="3286488"/>
            <a:ext cx="2449816" cy="84091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Secure OS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857516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C7B-97E9-4489-89B4-BC301D08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880" y="-12899"/>
            <a:ext cx="11203200" cy="830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Trustzone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26E7E8-133F-47E5-8B11-DDEB7B44D840}"/>
              </a:ext>
            </a:extLst>
          </p:cNvPr>
          <p:cNvSpPr/>
          <p:nvPr/>
        </p:nvSpPr>
        <p:spPr>
          <a:xfrm flipH="1">
            <a:off x="6087923" y="2413749"/>
            <a:ext cx="60959" cy="17136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737B7-CA99-47F6-B011-525FAD67356C}"/>
              </a:ext>
            </a:extLst>
          </p:cNvPr>
          <p:cNvSpPr txBox="1"/>
          <p:nvPr/>
        </p:nvSpPr>
        <p:spPr>
          <a:xfrm>
            <a:off x="6517018" y="1733704"/>
            <a:ext cx="2464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Trusted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7E010-0CFC-4F39-BC1F-3C01BCB32862}"/>
              </a:ext>
            </a:extLst>
          </p:cNvPr>
          <p:cNvSpPr txBox="1"/>
          <p:nvPr/>
        </p:nvSpPr>
        <p:spPr>
          <a:xfrm>
            <a:off x="3142139" y="1816269"/>
            <a:ext cx="1496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Untrusted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D16FEA-39DB-4D52-BDDC-269DA21330E3}"/>
              </a:ext>
            </a:extLst>
          </p:cNvPr>
          <p:cNvSpPr/>
          <p:nvPr/>
        </p:nvSpPr>
        <p:spPr>
          <a:xfrm>
            <a:off x="1945604" y="2356393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Application</a:t>
            </a:r>
            <a:endParaRPr lang="en-GB" sz="1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B35B39-9FC2-4954-9E8E-8FD56FF3888B}"/>
              </a:ext>
            </a:extLst>
          </p:cNvPr>
          <p:cNvSpPr/>
          <p:nvPr/>
        </p:nvSpPr>
        <p:spPr>
          <a:xfrm>
            <a:off x="3337754" y="2356391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Application</a:t>
            </a:r>
            <a:endParaRPr lang="en-GB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4BF713E-42DB-43E5-B71F-46E3E540B7EA}"/>
              </a:ext>
            </a:extLst>
          </p:cNvPr>
          <p:cNvSpPr/>
          <p:nvPr/>
        </p:nvSpPr>
        <p:spPr>
          <a:xfrm>
            <a:off x="4729903" y="2356393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Application</a:t>
            </a:r>
            <a:endParaRPr lang="en-GB" sz="12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B0F2C5A-554C-45FF-8485-0895FBA32E01}"/>
              </a:ext>
            </a:extLst>
          </p:cNvPr>
          <p:cNvSpPr/>
          <p:nvPr/>
        </p:nvSpPr>
        <p:spPr>
          <a:xfrm>
            <a:off x="6314238" y="2356391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Trusted Application</a:t>
            </a:r>
            <a:endParaRPr lang="en-GB" sz="12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D0E789-26B1-49FF-BB11-D6DCDFFAF2C9}"/>
              </a:ext>
            </a:extLst>
          </p:cNvPr>
          <p:cNvSpPr/>
          <p:nvPr/>
        </p:nvSpPr>
        <p:spPr>
          <a:xfrm>
            <a:off x="7636954" y="2356390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Trusted Application</a:t>
            </a:r>
            <a:endParaRPr lang="en-GB" sz="12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B1171A-8FEB-4E10-BA1B-45BFA5B9A21F}"/>
              </a:ext>
            </a:extLst>
          </p:cNvPr>
          <p:cNvSpPr/>
          <p:nvPr/>
        </p:nvSpPr>
        <p:spPr>
          <a:xfrm>
            <a:off x="1945604" y="3254123"/>
            <a:ext cx="3911400" cy="84091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OS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4F1FDB-F66A-4B0F-AE85-2CDE22E7AC9A}"/>
              </a:ext>
            </a:extLst>
          </p:cNvPr>
          <p:cNvSpPr/>
          <p:nvPr/>
        </p:nvSpPr>
        <p:spPr>
          <a:xfrm>
            <a:off x="6314239" y="3286488"/>
            <a:ext cx="2449816" cy="84091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Secure OS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34F438-7A1D-447B-8F6B-AA03CFBFD787}"/>
              </a:ext>
            </a:extLst>
          </p:cNvPr>
          <p:cNvSpPr/>
          <p:nvPr/>
        </p:nvSpPr>
        <p:spPr>
          <a:xfrm>
            <a:off x="1945605" y="4349977"/>
            <a:ext cx="6818451" cy="78118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Secure Monitor</a:t>
            </a:r>
            <a:endParaRPr lang="en-GB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EA0BAA-37BC-4F17-881D-8F9456FC5AA0}"/>
              </a:ext>
            </a:extLst>
          </p:cNvPr>
          <p:cNvSpPr txBox="1"/>
          <p:nvPr/>
        </p:nvSpPr>
        <p:spPr>
          <a:xfrm>
            <a:off x="9029102" y="2359208"/>
            <a:ext cx="31628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processor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RAM address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devices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2035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C7B-97E9-4489-89B4-BC301D08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2506"/>
            <a:ext cx="11203200" cy="854514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Trustzone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26E7E8-133F-47E5-8B11-DDEB7B44D840}"/>
              </a:ext>
            </a:extLst>
          </p:cNvPr>
          <p:cNvSpPr/>
          <p:nvPr/>
        </p:nvSpPr>
        <p:spPr>
          <a:xfrm flipH="1">
            <a:off x="6087923" y="2413749"/>
            <a:ext cx="60959" cy="17136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737B7-CA99-47F6-B011-525FAD67356C}"/>
              </a:ext>
            </a:extLst>
          </p:cNvPr>
          <p:cNvSpPr txBox="1"/>
          <p:nvPr/>
        </p:nvSpPr>
        <p:spPr>
          <a:xfrm>
            <a:off x="6314238" y="1741230"/>
            <a:ext cx="2464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Trusted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7E010-0CFC-4F39-BC1F-3C01BCB32862}"/>
              </a:ext>
            </a:extLst>
          </p:cNvPr>
          <p:cNvSpPr txBox="1"/>
          <p:nvPr/>
        </p:nvSpPr>
        <p:spPr>
          <a:xfrm>
            <a:off x="3141319" y="1741230"/>
            <a:ext cx="1566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Untrusted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D16FEA-39DB-4D52-BDDC-269DA21330E3}"/>
              </a:ext>
            </a:extLst>
          </p:cNvPr>
          <p:cNvSpPr/>
          <p:nvPr/>
        </p:nvSpPr>
        <p:spPr>
          <a:xfrm>
            <a:off x="1945604" y="2356393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Android App</a:t>
            </a:r>
            <a:endParaRPr lang="en-GB" sz="1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B35B39-9FC2-4954-9E8E-8FD56FF3888B}"/>
              </a:ext>
            </a:extLst>
          </p:cNvPr>
          <p:cNvSpPr/>
          <p:nvPr/>
        </p:nvSpPr>
        <p:spPr>
          <a:xfrm>
            <a:off x="3337754" y="2356391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Android App</a:t>
            </a:r>
            <a:endParaRPr lang="en-GB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4BF713E-42DB-43E5-B71F-46E3E540B7EA}"/>
              </a:ext>
            </a:extLst>
          </p:cNvPr>
          <p:cNvSpPr/>
          <p:nvPr/>
        </p:nvSpPr>
        <p:spPr>
          <a:xfrm>
            <a:off x="4729903" y="2356393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Android App</a:t>
            </a:r>
            <a:endParaRPr lang="en-GB" sz="12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B0F2C5A-554C-45FF-8485-0895FBA32E01}"/>
              </a:ext>
            </a:extLst>
          </p:cNvPr>
          <p:cNvSpPr/>
          <p:nvPr/>
        </p:nvSpPr>
        <p:spPr>
          <a:xfrm>
            <a:off x="6314238" y="2356391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Trusted Application</a:t>
            </a:r>
            <a:endParaRPr lang="en-GB" sz="12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D0E789-26B1-49FF-BB11-D6DCDFFAF2C9}"/>
              </a:ext>
            </a:extLst>
          </p:cNvPr>
          <p:cNvSpPr/>
          <p:nvPr/>
        </p:nvSpPr>
        <p:spPr>
          <a:xfrm>
            <a:off x="7636954" y="2356390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Trusted Application</a:t>
            </a:r>
            <a:endParaRPr lang="en-GB" sz="12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B1171A-8FEB-4E10-BA1B-45BFA5B9A21F}"/>
              </a:ext>
            </a:extLst>
          </p:cNvPr>
          <p:cNvSpPr/>
          <p:nvPr/>
        </p:nvSpPr>
        <p:spPr>
          <a:xfrm>
            <a:off x="1945604" y="3254123"/>
            <a:ext cx="3911400" cy="84091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Android OS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4F1FDB-F66A-4B0F-AE85-2CDE22E7AC9A}"/>
              </a:ext>
            </a:extLst>
          </p:cNvPr>
          <p:cNvSpPr/>
          <p:nvPr/>
        </p:nvSpPr>
        <p:spPr>
          <a:xfrm>
            <a:off x="6314239" y="3286488"/>
            <a:ext cx="2449816" cy="84091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Trusty OS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34F438-7A1D-447B-8F6B-AA03CFBFD787}"/>
              </a:ext>
            </a:extLst>
          </p:cNvPr>
          <p:cNvSpPr/>
          <p:nvPr/>
        </p:nvSpPr>
        <p:spPr>
          <a:xfrm>
            <a:off x="1945605" y="4349977"/>
            <a:ext cx="6818451" cy="78118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Secure Monitor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2679EE-62BC-4487-BEB6-7103EC2176AA}"/>
              </a:ext>
            </a:extLst>
          </p:cNvPr>
          <p:cNvSpPr/>
          <p:nvPr/>
        </p:nvSpPr>
        <p:spPr>
          <a:xfrm>
            <a:off x="6409330" y="4464552"/>
            <a:ext cx="2259633" cy="51311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Trusty Dispatcher</a:t>
            </a:r>
            <a:endParaRPr lang="en-GB"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2D89E59-254E-4235-9A37-6AB0A452E8B4}"/>
              </a:ext>
            </a:extLst>
          </p:cNvPr>
          <p:cNvSpPr/>
          <p:nvPr/>
        </p:nvSpPr>
        <p:spPr>
          <a:xfrm>
            <a:off x="4638818" y="3402106"/>
            <a:ext cx="1101948" cy="51863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Trusty Driver</a:t>
            </a:r>
            <a:endParaRPr lang="en-GB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735F7B-341B-49A6-BA1C-8CB042CF9B5F}"/>
              </a:ext>
            </a:extLst>
          </p:cNvPr>
          <p:cNvSpPr/>
          <p:nvPr/>
        </p:nvSpPr>
        <p:spPr>
          <a:xfrm>
            <a:off x="5293454" y="2863431"/>
            <a:ext cx="749565" cy="259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TrustyLib</a:t>
            </a:r>
            <a:endParaRPr lang="en-GB" sz="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764365-9F20-486A-975F-72B87E2B4330}"/>
              </a:ext>
            </a:extLst>
          </p:cNvPr>
          <p:cNvSpPr/>
          <p:nvPr/>
        </p:nvSpPr>
        <p:spPr>
          <a:xfrm>
            <a:off x="3850286" y="2883518"/>
            <a:ext cx="749565" cy="259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TrustyLib</a:t>
            </a:r>
            <a:endParaRPr lang="en-GB" sz="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0579B7-0A02-4504-8518-D07A474E41C2}"/>
              </a:ext>
            </a:extLst>
          </p:cNvPr>
          <p:cNvSpPr/>
          <p:nvPr/>
        </p:nvSpPr>
        <p:spPr>
          <a:xfrm>
            <a:off x="2490382" y="2881522"/>
            <a:ext cx="749565" cy="259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TrustyLib</a:t>
            </a:r>
            <a:endParaRPr lang="en-GB" sz="8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E91B5E-0828-40BC-8D0D-23562B3FD0A5}"/>
              </a:ext>
            </a:extLst>
          </p:cNvPr>
          <p:cNvSpPr/>
          <p:nvPr/>
        </p:nvSpPr>
        <p:spPr>
          <a:xfrm>
            <a:off x="6789582" y="2846278"/>
            <a:ext cx="749565" cy="259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TrustyLib</a:t>
            </a:r>
            <a:endParaRPr lang="en-GB" sz="8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F21E8A-4368-467C-9D07-E22F4374D6FC}"/>
              </a:ext>
            </a:extLst>
          </p:cNvPr>
          <p:cNvSpPr/>
          <p:nvPr/>
        </p:nvSpPr>
        <p:spPr>
          <a:xfrm>
            <a:off x="8279538" y="2887797"/>
            <a:ext cx="749565" cy="259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TrustyLib</a:t>
            </a:r>
            <a:endParaRPr lang="en-GB" sz="800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30D3CF5D-6204-4B3B-A67A-6F4F1E9E16C0}"/>
              </a:ext>
            </a:extLst>
          </p:cNvPr>
          <p:cNvCxnSpPr>
            <a:stCxn id="3" idx="2"/>
            <a:endCxn id="9" idx="1"/>
          </p:cNvCxnSpPr>
          <p:nvPr/>
        </p:nvCxnSpPr>
        <p:spPr>
          <a:xfrm rot="16200000" flipH="1">
            <a:off x="5399374" y="3711154"/>
            <a:ext cx="800375" cy="1219537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3089F26-FC20-4689-85AE-7CE0A3D716EF}"/>
              </a:ext>
            </a:extLst>
          </p:cNvPr>
          <p:cNvCxnSpPr>
            <a:stCxn id="22" idx="2"/>
            <a:endCxn id="9" idx="0"/>
          </p:cNvCxnSpPr>
          <p:nvPr/>
        </p:nvCxnSpPr>
        <p:spPr>
          <a:xfrm>
            <a:off x="7539147" y="4127400"/>
            <a:ext cx="0" cy="33715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566912-A5AC-4A46-ABE1-E3BAB1CB9203}"/>
              </a:ext>
            </a:extLst>
          </p:cNvPr>
          <p:cNvCxnSpPr>
            <a:stCxn id="4" idx="2"/>
            <a:endCxn id="3" idx="0"/>
          </p:cNvCxnSpPr>
          <p:nvPr/>
        </p:nvCxnSpPr>
        <p:spPr>
          <a:xfrm flipH="1">
            <a:off x="5189793" y="3122747"/>
            <a:ext cx="478444" cy="2793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1E2D6CA-291A-488B-8FC0-96B6A67929CC}"/>
              </a:ext>
            </a:extLst>
          </p:cNvPr>
          <p:cNvCxnSpPr>
            <a:stCxn id="5" idx="2"/>
            <a:endCxn id="3" idx="0"/>
          </p:cNvCxnSpPr>
          <p:nvPr/>
        </p:nvCxnSpPr>
        <p:spPr>
          <a:xfrm>
            <a:off x="4225069" y="3142833"/>
            <a:ext cx="964724" cy="2592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A5F233-01EA-4AF7-8EAE-C1F0845B6C62}"/>
              </a:ext>
            </a:extLst>
          </p:cNvPr>
          <p:cNvCxnSpPr>
            <a:stCxn id="6" idx="2"/>
            <a:endCxn id="3" idx="0"/>
          </p:cNvCxnSpPr>
          <p:nvPr/>
        </p:nvCxnSpPr>
        <p:spPr>
          <a:xfrm>
            <a:off x="2865165" y="3140838"/>
            <a:ext cx="2324628" cy="2612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67456FD-5446-4381-9217-98A6F682368E}"/>
              </a:ext>
            </a:extLst>
          </p:cNvPr>
          <p:cNvCxnSpPr>
            <a:stCxn id="12" idx="2"/>
            <a:endCxn id="22" idx="0"/>
          </p:cNvCxnSpPr>
          <p:nvPr/>
        </p:nvCxnSpPr>
        <p:spPr>
          <a:xfrm>
            <a:off x="7164365" y="3105594"/>
            <a:ext cx="374783" cy="1808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42469DA-1857-4AA5-8653-737E4792C7DC}"/>
              </a:ext>
            </a:extLst>
          </p:cNvPr>
          <p:cNvCxnSpPr>
            <a:stCxn id="22" idx="0"/>
            <a:endCxn id="14" idx="2"/>
          </p:cNvCxnSpPr>
          <p:nvPr/>
        </p:nvCxnSpPr>
        <p:spPr>
          <a:xfrm flipV="1">
            <a:off x="7539147" y="3147112"/>
            <a:ext cx="1115173" cy="1393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4945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1C7B-97E9-4489-89B4-BC301D08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159" y="20009"/>
            <a:ext cx="11203200" cy="1008962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Trustzone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26E7E8-133F-47E5-8B11-DDEB7B44D840}"/>
              </a:ext>
            </a:extLst>
          </p:cNvPr>
          <p:cNvSpPr/>
          <p:nvPr/>
        </p:nvSpPr>
        <p:spPr>
          <a:xfrm flipH="1">
            <a:off x="6087923" y="2413749"/>
            <a:ext cx="60959" cy="17136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737B7-CA99-47F6-B011-525FAD67356C}"/>
              </a:ext>
            </a:extLst>
          </p:cNvPr>
          <p:cNvSpPr txBox="1"/>
          <p:nvPr/>
        </p:nvSpPr>
        <p:spPr>
          <a:xfrm>
            <a:off x="6517018" y="1733704"/>
            <a:ext cx="2464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Trusted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7E010-0CFC-4F39-BC1F-3C01BCB32862}"/>
              </a:ext>
            </a:extLst>
          </p:cNvPr>
          <p:cNvSpPr txBox="1"/>
          <p:nvPr/>
        </p:nvSpPr>
        <p:spPr>
          <a:xfrm>
            <a:off x="3337753" y="1816269"/>
            <a:ext cx="1301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Untrusted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D16FEA-39DB-4D52-BDDC-269DA21330E3}"/>
              </a:ext>
            </a:extLst>
          </p:cNvPr>
          <p:cNvSpPr/>
          <p:nvPr/>
        </p:nvSpPr>
        <p:spPr>
          <a:xfrm>
            <a:off x="1945604" y="2356393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Android App</a:t>
            </a:r>
            <a:endParaRPr lang="en-GB" sz="1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B35B39-9FC2-4954-9E8E-8FD56FF3888B}"/>
              </a:ext>
            </a:extLst>
          </p:cNvPr>
          <p:cNvSpPr/>
          <p:nvPr/>
        </p:nvSpPr>
        <p:spPr>
          <a:xfrm>
            <a:off x="3337754" y="2356391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Android App</a:t>
            </a:r>
            <a:endParaRPr lang="en-GB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4BF713E-42DB-43E5-B71F-46E3E540B7EA}"/>
              </a:ext>
            </a:extLst>
          </p:cNvPr>
          <p:cNvSpPr/>
          <p:nvPr/>
        </p:nvSpPr>
        <p:spPr>
          <a:xfrm>
            <a:off x="4729903" y="2356393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Android App</a:t>
            </a:r>
            <a:endParaRPr lang="en-GB" sz="12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B0F2C5A-554C-45FF-8485-0895FBA32E01}"/>
              </a:ext>
            </a:extLst>
          </p:cNvPr>
          <p:cNvSpPr/>
          <p:nvPr/>
        </p:nvSpPr>
        <p:spPr>
          <a:xfrm>
            <a:off x="6314238" y="2356391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Trusted Application</a:t>
            </a:r>
            <a:endParaRPr lang="en-GB" sz="12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D0E789-26B1-49FF-BB11-D6DCDFFAF2C9}"/>
              </a:ext>
            </a:extLst>
          </p:cNvPr>
          <p:cNvSpPr/>
          <p:nvPr/>
        </p:nvSpPr>
        <p:spPr>
          <a:xfrm>
            <a:off x="7636954" y="2356390"/>
            <a:ext cx="1127101" cy="6183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Trusted Application</a:t>
            </a:r>
            <a:endParaRPr lang="en-GB" sz="12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B1171A-8FEB-4E10-BA1B-45BFA5B9A21F}"/>
              </a:ext>
            </a:extLst>
          </p:cNvPr>
          <p:cNvSpPr/>
          <p:nvPr/>
        </p:nvSpPr>
        <p:spPr>
          <a:xfrm>
            <a:off x="1945604" y="3254123"/>
            <a:ext cx="3911400" cy="84091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Android OS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4F1FDB-F66A-4B0F-AE85-2CDE22E7AC9A}"/>
              </a:ext>
            </a:extLst>
          </p:cNvPr>
          <p:cNvSpPr/>
          <p:nvPr/>
        </p:nvSpPr>
        <p:spPr>
          <a:xfrm>
            <a:off x="6314239" y="3286488"/>
            <a:ext cx="2449816" cy="84091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Trusty OS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34F438-7A1D-447B-8F6B-AA03CFBFD787}"/>
              </a:ext>
            </a:extLst>
          </p:cNvPr>
          <p:cNvSpPr/>
          <p:nvPr/>
        </p:nvSpPr>
        <p:spPr>
          <a:xfrm>
            <a:off x="1945605" y="4349977"/>
            <a:ext cx="6818451" cy="78118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Secure Monitor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2679EE-62BC-4487-BEB6-7103EC2176AA}"/>
              </a:ext>
            </a:extLst>
          </p:cNvPr>
          <p:cNvSpPr/>
          <p:nvPr/>
        </p:nvSpPr>
        <p:spPr>
          <a:xfrm>
            <a:off x="6409330" y="4464552"/>
            <a:ext cx="2259633" cy="51311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Trusty Dispatcher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2D89E59-254E-4235-9A37-6AB0A452E8B4}"/>
              </a:ext>
            </a:extLst>
          </p:cNvPr>
          <p:cNvSpPr/>
          <p:nvPr/>
        </p:nvSpPr>
        <p:spPr>
          <a:xfrm>
            <a:off x="4638818" y="3402106"/>
            <a:ext cx="1101948" cy="51863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Trusty Driver</a:t>
            </a:r>
            <a:endParaRPr lang="en-GB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735F7B-341B-49A6-BA1C-8CB042CF9B5F}"/>
              </a:ext>
            </a:extLst>
          </p:cNvPr>
          <p:cNvSpPr/>
          <p:nvPr/>
        </p:nvSpPr>
        <p:spPr>
          <a:xfrm>
            <a:off x="5293454" y="2863431"/>
            <a:ext cx="749565" cy="259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TrustyLib</a:t>
            </a:r>
            <a:endParaRPr lang="en-GB" sz="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764365-9F20-486A-975F-72B87E2B4330}"/>
              </a:ext>
            </a:extLst>
          </p:cNvPr>
          <p:cNvSpPr/>
          <p:nvPr/>
        </p:nvSpPr>
        <p:spPr>
          <a:xfrm>
            <a:off x="3850286" y="2883518"/>
            <a:ext cx="749565" cy="259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TrustyLib</a:t>
            </a:r>
            <a:endParaRPr lang="en-GB" sz="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0579B7-0A02-4504-8518-D07A474E41C2}"/>
              </a:ext>
            </a:extLst>
          </p:cNvPr>
          <p:cNvSpPr/>
          <p:nvPr/>
        </p:nvSpPr>
        <p:spPr>
          <a:xfrm>
            <a:off x="2490382" y="2881522"/>
            <a:ext cx="749565" cy="259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TrustyLib</a:t>
            </a:r>
            <a:endParaRPr lang="en-GB" sz="8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E91B5E-0828-40BC-8D0D-23562B3FD0A5}"/>
              </a:ext>
            </a:extLst>
          </p:cNvPr>
          <p:cNvSpPr/>
          <p:nvPr/>
        </p:nvSpPr>
        <p:spPr>
          <a:xfrm>
            <a:off x="6789582" y="2846278"/>
            <a:ext cx="749565" cy="259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TrustyLib</a:t>
            </a:r>
            <a:endParaRPr lang="en-GB" sz="8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F21E8A-4368-467C-9D07-E22F4374D6FC}"/>
              </a:ext>
            </a:extLst>
          </p:cNvPr>
          <p:cNvSpPr/>
          <p:nvPr/>
        </p:nvSpPr>
        <p:spPr>
          <a:xfrm>
            <a:off x="8279538" y="2887797"/>
            <a:ext cx="749565" cy="259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TrustyLib</a:t>
            </a:r>
            <a:endParaRPr lang="en-GB" sz="800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30D3CF5D-6204-4B3B-A67A-6F4F1E9E16C0}"/>
              </a:ext>
            </a:extLst>
          </p:cNvPr>
          <p:cNvCxnSpPr>
            <a:stCxn id="3" idx="2"/>
            <a:endCxn id="9" idx="1"/>
          </p:cNvCxnSpPr>
          <p:nvPr/>
        </p:nvCxnSpPr>
        <p:spPr>
          <a:xfrm rot="16200000" flipH="1">
            <a:off x="5399374" y="3711154"/>
            <a:ext cx="800375" cy="1219537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3089F26-FC20-4689-85AE-7CE0A3D716EF}"/>
              </a:ext>
            </a:extLst>
          </p:cNvPr>
          <p:cNvCxnSpPr>
            <a:stCxn id="22" idx="2"/>
            <a:endCxn id="9" idx="0"/>
          </p:cNvCxnSpPr>
          <p:nvPr/>
        </p:nvCxnSpPr>
        <p:spPr>
          <a:xfrm>
            <a:off x="7539147" y="4127400"/>
            <a:ext cx="0" cy="33715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566912-A5AC-4A46-ABE1-E3BAB1CB9203}"/>
              </a:ext>
            </a:extLst>
          </p:cNvPr>
          <p:cNvCxnSpPr>
            <a:stCxn id="4" idx="2"/>
            <a:endCxn id="3" idx="0"/>
          </p:cNvCxnSpPr>
          <p:nvPr/>
        </p:nvCxnSpPr>
        <p:spPr>
          <a:xfrm flipH="1">
            <a:off x="5189793" y="3122747"/>
            <a:ext cx="478444" cy="2793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1E2D6CA-291A-488B-8FC0-96B6A67929CC}"/>
              </a:ext>
            </a:extLst>
          </p:cNvPr>
          <p:cNvCxnSpPr>
            <a:stCxn id="5" idx="2"/>
            <a:endCxn id="3" idx="0"/>
          </p:cNvCxnSpPr>
          <p:nvPr/>
        </p:nvCxnSpPr>
        <p:spPr>
          <a:xfrm>
            <a:off x="4225069" y="3142833"/>
            <a:ext cx="964724" cy="2592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A5F233-01EA-4AF7-8EAE-C1F0845B6C62}"/>
              </a:ext>
            </a:extLst>
          </p:cNvPr>
          <p:cNvCxnSpPr>
            <a:stCxn id="6" idx="2"/>
            <a:endCxn id="3" idx="0"/>
          </p:cNvCxnSpPr>
          <p:nvPr/>
        </p:nvCxnSpPr>
        <p:spPr>
          <a:xfrm>
            <a:off x="2865165" y="3140838"/>
            <a:ext cx="2324628" cy="2612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67456FD-5446-4381-9217-98A6F682368E}"/>
              </a:ext>
            </a:extLst>
          </p:cNvPr>
          <p:cNvCxnSpPr>
            <a:stCxn id="12" idx="2"/>
            <a:endCxn id="22" idx="0"/>
          </p:cNvCxnSpPr>
          <p:nvPr/>
        </p:nvCxnSpPr>
        <p:spPr>
          <a:xfrm>
            <a:off x="7164365" y="3105594"/>
            <a:ext cx="374783" cy="1808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42469DA-1857-4AA5-8653-737E4792C7DC}"/>
              </a:ext>
            </a:extLst>
          </p:cNvPr>
          <p:cNvCxnSpPr>
            <a:stCxn id="22" idx="0"/>
            <a:endCxn id="14" idx="2"/>
          </p:cNvCxnSpPr>
          <p:nvPr/>
        </p:nvCxnSpPr>
        <p:spPr>
          <a:xfrm flipV="1">
            <a:off x="7539147" y="3147112"/>
            <a:ext cx="1115173" cy="1393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B358CC-EEBF-4154-96BB-A1438D2BCE66}"/>
              </a:ext>
            </a:extLst>
          </p:cNvPr>
          <p:cNvCxnSpPr>
            <a:cxnSpLocks/>
          </p:cNvCxnSpPr>
          <p:nvPr/>
        </p:nvCxnSpPr>
        <p:spPr>
          <a:xfrm flipV="1">
            <a:off x="5522137" y="2637585"/>
            <a:ext cx="1060964" cy="1"/>
          </a:xfrm>
          <a:prstGeom prst="straightConnector1">
            <a:avLst/>
          </a:prstGeom>
          <a:ln w="38100">
            <a:prstDash val="sys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E8187A6-D401-4D8C-9A9F-053634E816CB}"/>
              </a:ext>
            </a:extLst>
          </p:cNvPr>
          <p:cNvCxnSpPr>
            <a:cxnSpLocks/>
          </p:cNvCxnSpPr>
          <p:nvPr/>
        </p:nvCxnSpPr>
        <p:spPr>
          <a:xfrm flipV="1">
            <a:off x="5557441" y="3735254"/>
            <a:ext cx="1060964" cy="1"/>
          </a:xfrm>
          <a:prstGeom prst="straightConnector1">
            <a:avLst/>
          </a:prstGeom>
          <a:ln w="38100">
            <a:prstDash val="sys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153B7B2-5512-49C2-BFF2-569EF84C9A24}"/>
              </a:ext>
            </a:extLst>
          </p:cNvPr>
          <p:cNvSpPr txBox="1"/>
          <p:nvPr/>
        </p:nvSpPr>
        <p:spPr>
          <a:xfrm>
            <a:off x="9139615" y="1140259"/>
            <a:ext cx="28402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Digital Right management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Secure banking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Multi-factor authentication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etc</a:t>
            </a:r>
            <a:r>
              <a:rPr lang="en-US" sz="2400" dirty="0"/>
              <a:t>…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18855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1538</Words>
  <Application>Microsoft Office PowerPoint</Application>
  <PresentationFormat>Widescreen</PresentationFormat>
  <Paragraphs>412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Calibri Light</vt:lpstr>
      <vt:lpstr>Candara</vt:lpstr>
      <vt:lpstr>Times New Roman</vt:lpstr>
      <vt:lpstr>Office Theme</vt:lpstr>
      <vt:lpstr>PowerPoint Presentation</vt:lpstr>
      <vt:lpstr>Rootkit</vt:lpstr>
      <vt:lpstr>Purpose</vt:lpstr>
      <vt:lpstr>Typical attacker steps</vt:lpstr>
      <vt:lpstr>Kernel rootkit</vt:lpstr>
      <vt:lpstr>Rootkit high-level understanding</vt:lpstr>
      <vt:lpstr>Rootkit high-level understanding</vt:lpstr>
      <vt:lpstr>Rootkit high-level understanding</vt:lpstr>
      <vt:lpstr>Rootkit high-level understanding</vt:lpstr>
      <vt:lpstr>PowerPoint Presentation</vt:lpstr>
      <vt:lpstr>PowerPoint Presentation</vt:lpstr>
      <vt:lpstr>PowerPoint Presentation</vt:lpstr>
      <vt:lpstr>Types of rootkit</vt:lpstr>
      <vt:lpstr>Types of rootkit</vt:lpstr>
      <vt:lpstr> Trusted Computing Base</vt:lpstr>
      <vt:lpstr>Attack Surface</vt:lpstr>
      <vt:lpstr>Sandboxing</vt:lpstr>
      <vt:lpstr>Sandboxing</vt:lpstr>
      <vt:lpstr>Sandboxing</vt:lpstr>
      <vt:lpstr>Sandboxing</vt:lpstr>
      <vt:lpstr>Trusted Execution Environment</vt:lpstr>
      <vt:lpstr>Trusted Execution Environment</vt:lpstr>
      <vt:lpstr>Trusted Computing Base (TCB)</vt:lpstr>
      <vt:lpstr>Trusted Computing Base (TCB)</vt:lpstr>
      <vt:lpstr>Trusted Computing Base (TCB)</vt:lpstr>
      <vt:lpstr>Trusted Computing Base (TCB)</vt:lpstr>
      <vt:lpstr>Trusted Platform Module</vt:lpstr>
      <vt:lpstr>TPM (Trusted Platform Module)</vt:lpstr>
      <vt:lpstr>Requirements</vt:lpstr>
      <vt:lpstr>Authenticated Boot</vt:lpstr>
      <vt:lpstr>Authenticated Boot</vt:lpstr>
      <vt:lpstr>Authenticated Boot</vt:lpstr>
      <vt:lpstr>Authenticated Boot</vt:lpstr>
      <vt:lpstr>Authenticated Boot</vt:lpstr>
      <vt:lpstr>Authenticated Boot</vt:lpstr>
      <vt:lpstr>TPM registers</vt:lpstr>
      <vt:lpstr>Remote attestation</vt:lpstr>
      <vt:lpstr>Basic Remote attestation</vt:lpstr>
      <vt:lpstr>What remote attestation tells you</vt:lpstr>
      <vt:lpstr>TPM and Remote Attestation</vt:lpstr>
      <vt:lpstr>TPM and Remote Attestation</vt:lpstr>
      <vt:lpstr>Intel SGX</vt:lpstr>
      <vt:lpstr>Rootkit high-level understanding</vt:lpstr>
      <vt:lpstr>Motivation</vt:lpstr>
      <vt:lpstr>SGX Hardware supported enclave</vt:lpstr>
      <vt:lpstr>SGX preventing memory snooping attack</vt:lpstr>
      <vt:lpstr>SGX Programming environment</vt:lpstr>
      <vt:lpstr>SGX Application Flow</vt:lpstr>
      <vt:lpstr>ARM Trustzone</vt:lpstr>
      <vt:lpstr>ARM Trustzone</vt:lpstr>
      <vt:lpstr>ARM Trustzone</vt:lpstr>
      <vt:lpstr>ARM Trustzone</vt:lpstr>
      <vt:lpstr>ARM Trustzone</vt:lpstr>
      <vt:lpstr>ARM Trustzone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lecture on Access Control</dc:title>
  <dc:creator>Sana Belguith</dc:creator>
  <cp:lastModifiedBy>Sana Belguith</cp:lastModifiedBy>
  <cp:revision>4</cp:revision>
  <dcterms:created xsi:type="dcterms:W3CDTF">2022-06-17T09:30:56Z</dcterms:created>
  <dcterms:modified xsi:type="dcterms:W3CDTF">2025-11-10T08:49:38Z</dcterms:modified>
</cp:coreProperties>
</file>